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0" d="100"/>
          <a:sy n="70" d="100"/>
        </p:scale>
        <p:origin x="321" y="45"/>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gradFill>
          <a:gsLst>
            <a:gs pos="0">
              <a:srgbClr val="0F3EE2">
                <a:alpha val="80000"/>
              </a:srgbClr>
            </a:gs>
            <a:gs pos="100000">
              <a:srgbClr val="0F3EE2">
                <a:alpha val="100000"/>
                <a:lumMod val="75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0" y="0"/>
            <a:ext cx="12192000" cy="6858000"/>
            <a:chOff x="0" y="0"/>
            <a:chExt cx="12192000" cy="6858000"/>
          </a:xfrm>
        </p:grpSpPr>
        <p:sp>
          <p:nvSpPr>
            <p:cNvPr id="3" name="AutoShape 3"/>
            <p:cNvSpPr/>
            <p:nvPr/>
          </p:nvSpPr>
          <p:spPr>
            <a:xfrm>
              <a:off x="0" y="0"/>
              <a:ext cx="5329885" cy="6858000"/>
            </a:xfrm>
            <a:custGeom>
              <a:avLst/>
              <a:gdLst/>
              <a:ahLst/>
              <a:cxnLst/>
              <a:rect l="l" t="t" r="r" b="b"/>
              <a:pathLst>
                <a:path w="5329885" h="6858000">
                  <a:moveTo>
                    <a:pt x="3499044" y="0"/>
                  </a:moveTo>
                  <a:lnTo>
                    <a:pt x="5329885" y="0"/>
                  </a:lnTo>
                  <a:lnTo>
                    <a:pt x="5329885" y="2467428"/>
                  </a:lnTo>
                  <a:lnTo>
                    <a:pt x="5327844" y="2467428"/>
                  </a:lnTo>
                  <a:lnTo>
                    <a:pt x="5327844" y="5943600"/>
                  </a:lnTo>
                  <a:cubicBezTo>
                    <a:pt x="5327844" y="6385483"/>
                    <a:pt x="5014404" y="6754158"/>
                    <a:pt x="4597728" y="6839423"/>
                  </a:cubicBezTo>
                  <a:lnTo>
                    <a:pt x="4415485" y="6857795"/>
                  </a:lnTo>
                  <a:lnTo>
                    <a:pt x="4415485" y="6858000"/>
                  </a:lnTo>
                  <a:lnTo>
                    <a:pt x="4413444" y="6858000"/>
                  </a:lnTo>
                  <a:lnTo>
                    <a:pt x="3499044" y="6858000"/>
                  </a:lnTo>
                  <a:lnTo>
                    <a:pt x="3499044" y="5943600"/>
                  </a:lnTo>
                  <a:lnTo>
                    <a:pt x="3499044" y="914398"/>
                  </a:lnTo>
                  <a:close/>
                  <a:moveTo>
                    <a:pt x="0" y="0"/>
                  </a:moveTo>
                  <a:lnTo>
                    <a:pt x="3322412" y="0"/>
                  </a:lnTo>
                  <a:lnTo>
                    <a:pt x="3322412" y="3621994"/>
                  </a:lnTo>
                  <a:cubicBezTo>
                    <a:pt x="3322412" y="4539454"/>
                    <a:pt x="2578665" y="5283201"/>
                    <a:pt x="1661206" y="5283201"/>
                  </a:cubicBezTo>
                  <a:cubicBezTo>
                    <a:pt x="743747" y="5283201"/>
                    <a:pt x="0" y="4539454"/>
                    <a:pt x="0" y="3621994"/>
                  </a:cubicBezTo>
                  <a:close/>
                </a:path>
              </a:pathLst>
            </a:custGeom>
            <a:blipFill rotWithShape="1">
              <a:blip r:embed="rId2">
                <a:alphaModFix/>
                <a:alphaModFix/>
              </a:blip>
              <a:stretch>
                <a:fillRect l="-46503" r="-46503"/>
              </a:stretch>
            </a:blipFill>
            <a:ln>
              <a:prstDash val="solid"/>
              <a:headEnd type="none"/>
              <a:tailEnd type="none"/>
            </a:ln>
          </p:spPr>
        </p:sp>
        <p:sp>
          <p:nvSpPr>
            <p:cNvPr id="4" name="AutoShape 4"/>
            <p:cNvSpPr/>
            <p:nvPr/>
          </p:nvSpPr>
          <p:spPr>
            <a:xfrm>
              <a:off x="11356068" y="0"/>
              <a:ext cx="835932" cy="1993899"/>
            </a:xfrm>
            <a:custGeom>
              <a:avLst/>
              <a:gdLst/>
              <a:ahLst/>
              <a:cxnLst/>
              <a:rect l="l" t="t" r="r" b="b"/>
              <a:pathLst>
                <a:path w="835932" h="1993899">
                  <a:moveTo>
                    <a:pt x="0" y="0"/>
                  </a:moveTo>
                  <a:lnTo>
                    <a:pt x="835932" y="0"/>
                  </a:lnTo>
                  <a:lnTo>
                    <a:pt x="835932" y="1575933"/>
                  </a:lnTo>
                  <a:cubicBezTo>
                    <a:pt x="835932" y="1806769"/>
                    <a:pt x="648802" y="1993899"/>
                    <a:pt x="417966" y="1993899"/>
                  </a:cubicBezTo>
                  <a:cubicBezTo>
                    <a:pt x="187130" y="1993899"/>
                    <a:pt x="0" y="1806769"/>
                    <a:pt x="0" y="1575933"/>
                  </a:cubicBezTo>
                  <a:close/>
                </a:path>
              </a:pathLst>
            </a:custGeom>
            <a:gradFill>
              <a:gsLst>
                <a:gs pos="0">
                  <a:srgbClr val="0F3EE2">
                    <a:alpha val="0"/>
                  </a:srgbClr>
                </a:gs>
                <a:gs pos="100000">
                  <a:srgbClr val="0F3EE2">
                    <a:alpha val="40000"/>
                  </a:srgbClr>
                </a:gs>
              </a:gsLst>
              <a:lin ang="5400000"/>
            </a:gradFill>
            <a:ln>
              <a:prstDash val="solid"/>
              <a:headEnd type="none"/>
              <a:tailEnd type="none"/>
            </a:ln>
          </p:spPr>
        </p:sp>
        <p:sp>
          <p:nvSpPr>
            <p:cNvPr id="5" name="AutoShape 5"/>
            <p:cNvSpPr/>
            <p:nvPr/>
          </p:nvSpPr>
          <p:spPr>
            <a:xfrm>
              <a:off x="0" y="5479526"/>
              <a:ext cx="3282302" cy="1378474"/>
            </a:xfrm>
            <a:custGeom>
              <a:avLst/>
              <a:gdLst/>
              <a:ahLst/>
              <a:cxnLst/>
              <a:rect l="l" t="t" r="r" b="b"/>
              <a:pathLst>
                <a:path w="3282302" h="1378474">
                  <a:moveTo>
                    <a:pt x="0" y="0"/>
                  </a:moveTo>
                  <a:lnTo>
                    <a:pt x="1762387" y="0"/>
                  </a:lnTo>
                  <a:cubicBezTo>
                    <a:pt x="2553244" y="0"/>
                    <a:pt x="3203718" y="601046"/>
                    <a:pt x="3281938" y="1371266"/>
                  </a:cubicBezTo>
                  <a:lnTo>
                    <a:pt x="3282302" y="1378474"/>
                  </a:lnTo>
                  <a:lnTo>
                    <a:pt x="0" y="1378474"/>
                  </a:lnTo>
                  <a:close/>
                </a:path>
              </a:pathLst>
            </a:custGeom>
            <a:gradFill>
              <a:gsLst>
                <a:gs pos="0">
                  <a:srgbClr val="2181FF">
                    <a:alpha val="0"/>
                  </a:srgbClr>
                </a:gs>
                <a:gs pos="100000">
                  <a:srgbClr val="2181FF">
                    <a:alpha val="60000"/>
                  </a:srgbClr>
                </a:gs>
              </a:gsLst>
              <a:lin ang="0"/>
            </a:gradFill>
            <a:ln>
              <a:prstDash val="solid"/>
              <a:headEnd type="none"/>
              <a:tailEnd type="none"/>
            </a:ln>
          </p:spPr>
        </p:sp>
        <p:grpSp>
          <p:nvGrpSpPr>
            <p:cNvPr id="6" name="Group 6"/>
            <p:cNvGrpSpPr/>
            <p:nvPr/>
          </p:nvGrpSpPr>
          <p:grpSpPr>
            <a:xfrm>
              <a:off x="5721349" y="3889520"/>
              <a:ext cx="749302" cy="749298"/>
              <a:chOff x="660400" y="3743926"/>
              <a:chExt cx="749302" cy="749298"/>
            </a:xfrm>
          </p:grpSpPr>
          <p:sp>
            <p:nvSpPr>
              <p:cNvPr id="7" name="AutoShape 7"/>
              <p:cNvSpPr/>
              <p:nvPr/>
            </p:nvSpPr>
            <p:spPr>
              <a:xfrm>
                <a:off x="660400" y="3743926"/>
                <a:ext cx="749302" cy="749298"/>
              </a:xfrm>
              <a:prstGeom prst="ellipse">
                <a:avLst/>
              </a:prstGeom>
              <a:gradFill>
                <a:gsLst>
                  <a:gs pos="0">
                    <a:srgbClr val="2181FF">
                      <a:alpha val="0"/>
                    </a:srgbClr>
                  </a:gs>
                  <a:gs pos="100000">
                    <a:srgbClr val="2181FF">
                      <a:alpha val="60000"/>
                    </a:srgbClr>
                  </a:gs>
                </a:gsLst>
                <a:lin ang="16200000"/>
              </a:gradFill>
              <a:ln>
                <a:prstDash val="solid"/>
                <a:headEnd type="none"/>
                <a:tailEnd type="none"/>
              </a:ln>
            </p:spPr>
          </p:sp>
          <p:sp>
            <p:nvSpPr>
              <p:cNvPr id="8" name="AutoShape 8"/>
              <p:cNvSpPr/>
              <p:nvPr/>
            </p:nvSpPr>
            <p:spPr>
              <a:xfrm>
                <a:off x="985869" y="4026316"/>
                <a:ext cx="145270" cy="184516"/>
              </a:xfrm>
              <a:custGeom>
                <a:avLst/>
                <a:gdLst/>
                <a:ahLst/>
                <a:cxnLst/>
                <a:rect l="l" t="t" r="r" b="b"/>
                <a:pathLst>
                  <a:path w="369833" h="469754">
                    <a:moveTo>
                      <a:pt x="358236" y="207594"/>
                    </a:moveTo>
                    <a:lnTo>
                      <a:pt x="51822" y="4450"/>
                    </a:lnTo>
                    <a:cubicBezTo>
                      <a:pt x="37226" y="-5216"/>
                      <a:pt x="17541" y="-1201"/>
                      <a:pt x="7850" y="13420"/>
                    </a:cubicBezTo>
                    <a:cubicBezTo>
                      <a:pt x="4397" y="18611"/>
                      <a:pt x="2581" y="24698"/>
                      <a:pt x="2581" y="30918"/>
                    </a:cubicBezTo>
                    <a:lnTo>
                      <a:pt x="2581" y="437206"/>
                    </a:lnTo>
                    <a:cubicBezTo>
                      <a:pt x="2581" y="454735"/>
                      <a:pt x="16814" y="468944"/>
                      <a:pt x="34319" y="468938"/>
                    </a:cubicBezTo>
                    <a:cubicBezTo>
                      <a:pt x="40556" y="468938"/>
                      <a:pt x="46613" y="467109"/>
                      <a:pt x="51822" y="463674"/>
                    </a:cubicBezTo>
                    <a:lnTo>
                      <a:pt x="358236" y="260530"/>
                    </a:lnTo>
                    <a:cubicBezTo>
                      <a:pt x="372832" y="250797"/>
                      <a:pt x="376829" y="231058"/>
                      <a:pt x="367078" y="216437"/>
                    </a:cubicBezTo>
                    <a:cubicBezTo>
                      <a:pt x="364776" y="212937"/>
                      <a:pt x="361748" y="209926"/>
                      <a:pt x="358236" y="207594"/>
                    </a:cubicBezTo>
                    <a:close/>
                  </a:path>
                </a:pathLst>
              </a:custGeom>
              <a:solidFill>
                <a:srgbClr val="FFFFFF">
                  <a:alpha val="90196"/>
                </a:srgbClr>
              </a:solidFill>
              <a:ln>
                <a:prstDash val="solid"/>
                <a:headEnd type="none"/>
                <a:tailEnd type="none"/>
              </a:ln>
            </p:spPr>
          </p:sp>
        </p:grpSp>
        <p:sp>
          <p:nvSpPr>
            <p:cNvPr id="9" name="AutoShape 9"/>
            <p:cNvSpPr/>
            <p:nvPr/>
          </p:nvSpPr>
          <p:spPr>
            <a:xfrm>
              <a:off x="3120101" y="827175"/>
              <a:ext cx="591520" cy="5026660"/>
            </a:xfrm>
            <a:prstGeom prst="roundRect">
              <a:avLst>
                <a:gd name="adj" fmla="val 50000"/>
              </a:avLst>
            </a:prstGeom>
            <a:gradFill>
              <a:gsLst>
                <a:gs pos="0">
                  <a:srgbClr val="2181FF">
                    <a:alpha val="0"/>
                  </a:srgbClr>
                </a:gs>
                <a:gs pos="100000">
                  <a:srgbClr val="2181FF">
                    <a:alpha val="60000"/>
                  </a:srgbClr>
                </a:gs>
              </a:gsLst>
              <a:lin ang="16200000"/>
            </a:gradFill>
            <a:ln>
              <a:prstDash val="solid"/>
              <a:headEnd type="none"/>
              <a:tailEnd type="none"/>
            </a:ln>
          </p:spPr>
        </p:sp>
        <p:sp>
          <p:nvSpPr>
            <p:cNvPr id="10" name="AutoShape 10"/>
            <p:cNvSpPr/>
            <p:nvPr/>
          </p:nvSpPr>
          <p:spPr>
            <a:xfrm>
              <a:off x="10591800" y="5257800"/>
              <a:ext cx="1600200" cy="1600200"/>
            </a:xfrm>
            <a:custGeom>
              <a:avLst/>
              <a:gdLst/>
              <a:ahLst/>
              <a:cxnLst/>
              <a:rect l="l" t="t" r="r" b="b"/>
              <a:pathLst>
                <a:path w="1600200" h="1600200">
                  <a:moveTo>
                    <a:pt x="1600200" y="0"/>
                  </a:moveTo>
                  <a:lnTo>
                    <a:pt x="1600200" y="800100"/>
                  </a:lnTo>
                  <a:cubicBezTo>
                    <a:pt x="1158317" y="800100"/>
                    <a:pt x="800100" y="1158317"/>
                    <a:pt x="800100" y="1600200"/>
                  </a:cubicBezTo>
                  <a:lnTo>
                    <a:pt x="0" y="1600200"/>
                  </a:lnTo>
                  <a:cubicBezTo>
                    <a:pt x="0" y="716434"/>
                    <a:pt x="716434" y="0"/>
                    <a:pt x="1600200" y="0"/>
                  </a:cubicBezTo>
                  <a:close/>
                </a:path>
              </a:pathLst>
            </a:custGeom>
            <a:gradFill>
              <a:gsLst>
                <a:gs pos="0">
                  <a:srgbClr val="2181FF">
                    <a:alpha val="0"/>
                  </a:srgbClr>
                </a:gs>
                <a:gs pos="100000">
                  <a:srgbClr val="2181FF">
                    <a:alpha val="60000"/>
                  </a:srgbClr>
                </a:gs>
              </a:gsLst>
              <a:lin ang="5400000"/>
            </a:gradFill>
            <a:ln>
              <a:prstDash val="solid"/>
              <a:headEnd type="none"/>
              <a:tailEnd type="none"/>
            </a:ln>
          </p:spPr>
        </p:sp>
        <p:sp>
          <p:nvSpPr>
            <p:cNvPr id="11" name="AutoShape 11"/>
            <p:cNvSpPr/>
            <p:nvPr/>
          </p:nvSpPr>
          <p:spPr>
            <a:xfrm>
              <a:off x="11073113" y="0"/>
              <a:ext cx="565909" cy="1349829"/>
            </a:xfrm>
            <a:custGeom>
              <a:avLst/>
              <a:gdLst/>
              <a:ahLst/>
              <a:cxnLst/>
              <a:rect l="l" t="t" r="r" b="b"/>
              <a:pathLst>
                <a:path w="835932" h="1993899">
                  <a:moveTo>
                    <a:pt x="0" y="0"/>
                  </a:moveTo>
                  <a:lnTo>
                    <a:pt x="835932" y="0"/>
                  </a:lnTo>
                  <a:lnTo>
                    <a:pt x="835932" y="1575933"/>
                  </a:lnTo>
                  <a:cubicBezTo>
                    <a:pt x="835932" y="1806769"/>
                    <a:pt x="648802" y="1993899"/>
                    <a:pt x="417966" y="1993899"/>
                  </a:cubicBezTo>
                  <a:cubicBezTo>
                    <a:pt x="187130" y="1993899"/>
                    <a:pt x="0" y="1806769"/>
                    <a:pt x="0" y="1575933"/>
                  </a:cubicBezTo>
                  <a:close/>
                </a:path>
              </a:pathLst>
            </a:custGeom>
            <a:gradFill>
              <a:gsLst>
                <a:gs pos="0">
                  <a:srgbClr val="0F3EE2">
                    <a:alpha val="0"/>
                  </a:srgbClr>
                </a:gs>
                <a:gs pos="100000">
                  <a:srgbClr val="0F3EE2">
                    <a:alpha val="60000"/>
                  </a:srgbClr>
                </a:gs>
              </a:gsLst>
              <a:lin ang="5400000"/>
            </a:gradFill>
            <a:ln>
              <a:prstDash val="solid"/>
              <a:headEnd type="none"/>
              <a:tailEnd type="none"/>
            </a:ln>
          </p:spPr>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gradFill>
          <a:gsLst>
            <a:gs pos="0">
              <a:srgbClr val="0F3EE2">
                <a:alpha val="100000"/>
                <a:lumMod val="20000"/>
                <a:lumOff val="80000"/>
              </a:srgbClr>
            </a:gs>
            <a:gs pos="50999">
              <a:srgbClr val="FFFFFF">
                <a:alpha val="100000"/>
              </a:srgbClr>
            </a:gs>
          </a:gsLst>
          <a:lin ang="16200000"/>
        </a:gradFill>
        <a:effectLst/>
      </p:bgPr>
    </p:bg>
    <p:spTree>
      <p:nvGrpSpPr>
        <p:cNvPr id="1" name=""/>
        <p:cNvGrpSpPr/>
        <p:nvPr/>
      </p:nvGrpSpPr>
      <p:grpSpPr>
        <a:xfrm>
          <a:off x="0" y="0"/>
          <a:ext cx="0" cy="0"/>
          <a:chOff x="0" y="0"/>
          <a:chExt cx="0" cy="0"/>
        </a:xfrm>
      </p:grpSpPr>
      <p:grpSp>
        <p:nvGrpSpPr>
          <p:cNvPr id="2" name="Group 2"/>
          <p:cNvGrpSpPr/>
          <p:nvPr/>
        </p:nvGrpSpPr>
        <p:grpSpPr>
          <a:xfrm>
            <a:off x="582839" y="340179"/>
            <a:ext cx="10936061" cy="231320"/>
            <a:chOff x="582839" y="340179"/>
            <a:chExt cx="10936061" cy="231320"/>
          </a:xfrm>
        </p:grpSpPr>
        <p:sp>
          <p:nvSpPr>
            <p:cNvPr id="3" name="AutoShape 3"/>
            <p:cNvSpPr/>
            <p:nvPr/>
          </p:nvSpPr>
          <p:spPr>
            <a:xfrm>
              <a:off x="582839" y="340179"/>
              <a:ext cx="994682" cy="138175"/>
            </a:xfrm>
            <a:custGeom>
              <a:avLst/>
              <a:gdLst/>
              <a:ahLst/>
              <a:cxnLst/>
              <a:rect l="l" t="t" r="r" b="b"/>
              <a:pathLst>
                <a:path w="994682" h="138175">
                  <a:moveTo>
                    <a:pt x="0" y="0"/>
                  </a:moveTo>
                  <a:lnTo>
                    <a:pt x="994682" y="0"/>
                  </a:lnTo>
                  <a:lnTo>
                    <a:pt x="960138" y="138175"/>
                  </a:lnTo>
                  <a:lnTo>
                    <a:pt x="0" y="138175"/>
                  </a:lnTo>
                  <a:close/>
                </a:path>
              </a:pathLst>
            </a:custGeom>
            <a:solidFill>
              <a:srgbClr val="0F3EE2">
                <a:alpha val="10196"/>
              </a:srgbClr>
            </a:solidFill>
            <a:ln>
              <a:prstDash val="solid"/>
              <a:headEnd type="none"/>
              <a:tailEnd type="none"/>
            </a:ln>
          </p:spPr>
        </p:sp>
        <p:sp>
          <p:nvSpPr>
            <p:cNvPr id="4" name="AutoShape 4"/>
            <p:cNvSpPr/>
            <p:nvPr/>
          </p:nvSpPr>
          <p:spPr>
            <a:xfrm>
              <a:off x="1560249" y="409267"/>
              <a:ext cx="9958651" cy="0"/>
            </a:xfrm>
            <a:prstGeom prst="line">
              <a:avLst/>
            </a:prstGeom>
            <a:ln w="15875">
              <a:gradFill>
                <a:gsLst>
                  <a:gs pos="0">
                    <a:srgbClr val="0F3EE2">
                      <a:alpha val="10196"/>
                    </a:srgbClr>
                  </a:gs>
                  <a:gs pos="100000">
                    <a:srgbClr val="0F3EE2">
                      <a:alpha val="100000"/>
                    </a:srgbClr>
                  </a:gs>
                </a:gsLst>
                <a:lin ang="0"/>
              </a:gradFill>
              <a:prstDash val="solid"/>
              <a:headEnd type="none"/>
              <a:tailEnd type="none"/>
            </a:ln>
          </p:spPr>
        </p:sp>
        <p:grpSp>
          <p:nvGrpSpPr>
            <p:cNvPr id="5" name="Group 5"/>
            <p:cNvGrpSpPr/>
            <p:nvPr/>
          </p:nvGrpSpPr>
          <p:grpSpPr>
            <a:xfrm>
              <a:off x="6829425" y="511721"/>
              <a:ext cx="4689475" cy="59778"/>
              <a:chOff x="6829425" y="511721"/>
              <a:chExt cx="4689475" cy="138175"/>
            </a:xfrm>
          </p:grpSpPr>
          <p:sp>
            <p:nvSpPr>
              <p:cNvPr id="6" name="AutoShape 6"/>
              <p:cNvSpPr/>
              <p:nvPr/>
            </p:nvSpPr>
            <p:spPr>
              <a:xfrm>
                <a:off x="11217275" y="511721"/>
                <a:ext cx="301625" cy="138175"/>
              </a:xfrm>
              <a:prstGeom prst="parallelogram">
                <a:avLst/>
              </a:prstGeom>
              <a:solidFill>
                <a:srgbClr val="0F3EE2">
                  <a:alpha val="70196"/>
                </a:srgbClr>
              </a:solidFill>
              <a:ln>
                <a:prstDash val="solid"/>
                <a:headEnd type="none"/>
                <a:tailEnd type="none"/>
              </a:ln>
            </p:spPr>
          </p:sp>
          <p:sp>
            <p:nvSpPr>
              <p:cNvPr id="7" name="AutoShape 7"/>
              <p:cNvSpPr/>
              <p:nvPr/>
            </p:nvSpPr>
            <p:spPr>
              <a:xfrm>
                <a:off x="10848975" y="511721"/>
                <a:ext cx="301625" cy="138175"/>
              </a:xfrm>
              <a:prstGeom prst="parallelogram">
                <a:avLst/>
              </a:prstGeom>
              <a:solidFill>
                <a:srgbClr val="0F3EE2">
                  <a:alpha val="50196"/>
                </a:srgbClr>
              </a:solidFill>
              <a:ln>
                <a:prstDash val="solid"/>
                <a:headEnd type="none"/>
                <a:tailEnd type="none"/>
              </a:ln>
            </p:spPr>
          </p:sp>
          <p:sp>
            <p:nvSpPr>
              <p:cNvPr id="8" name="AutoShape 8"/>
              <p:cNvSpPr/>
              <p:nvPr/>
            </p:nvSpPr>
            <p:spPr>
              <a:xfrm>
                <a:off x="10480675" y="511721"/>
                <a:ext cx="301625" cy="138175"/>
              </a:xfrm>
              <a:prstGeom prst="parallelogram">
                <a:avLst/>
              </a:prstGeom>
              <a:solidFill>
                <a:srgbClr val="0F3EE2">
                  <a:alpha val="20000"/>
                </a:srgbClr>
              </a:solidFill>
              <a:ln>
                <a:prstDash val="solid"/>
                <a:headEnd type="none"/>
                <a:tailEnd type="none"/>
              </a:ln>
            </p:spPr>
          </p:sp>
          <p:sp>
            <p:nvSpPr>
              <p:cNvPr id="9" name="AutoShape 9"/>
              <p:cNvSpPr/>
              <p:nvPr/>
            </p:nvSpPr>
            <p:spPr>
              <a:xfrm>
                <a:off x="6829425" y="511721"/>
                <a:ext cx="3573689" cy="138175"/>
              </a:xfrm>
              <a:prstGeom prst="parallelogram">
                <a:avLst/>
              </a:prstGeom>
              <a:solidFill>
                <a:srgbClr val="0F3EE2">
                  <a:alpha val="10196"/>
                </a:srgbClr>
              </a:solidFill>
              <a:ln>
                <a:prstDash val="solid"/>
                <a:headEnd type="none"/>
                <a:tailEnd type="none"/>
              </a:ln>
            </p:spPr>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gradFill>
          <a:gsLst>
            <a:gs pos="0">
              <a:srgbClr val="0F3EE2">
                <a:alpha val="80000"/>
              </a:srgbClr>
            </a:gs>
            <a:gs pos="100000">
              <a:srgbClr val="0F3EE2">
                <a:alpha val="100000"/>
                <a:lumMod val="75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0" y="0"/>
            <a:ext cx="12192000" cy="6858000"/>
            <a:chOff x="0" y="0"/>
            <a:chExt cx="12192000" cy="6858000"/>
          </a:xfrm>
        </p:grpSpPr>
        <p:sp>
          <p:nvSpPr>
            <p:cNvPr id="3" name="AutoShape 3"/>
            <p:cNvSpPr/>
            <p:nvPr/>
          </p:nvSpPr>
          <p:spPr>
            <a:xfrm>
              <a:off x="0" y="0"/>
              <a:ext cx="5329885" cy="6858000"/>
            </a:xfrm>
            <a:custGeom>
              <a:avLst/>
              <a:gdLst/>
              <a:ahLst/>
              <a:cxnLst/>
              <a:rect l="l" t="t" r="r" b="b"/>
              <a:pathLst>
                <a:path w="5329885" h="6858000">
                  <a:moveTo>
                    <a:pt x="3499044" y="0"/>
                  </a:moveTo>
                  <a:lnTo>
                    <a:pt x="5329885" y="0"/>
                  </a:lnTo>
                  <a:lnTo>
                    <a:pt x="5329885" y="2467428"/>
                  </a:lnTo>
                  <a:lnTo>
                    <a:pt x="5327844" y="2467428"/>
                  </a:lnTo>
                  <a:lnTo>
                    <a:pt x="5327844" y="5943600"/>
                  </a:lnTo>
                  <a:cubicBezTo>
                    <a:pt x="5327844" y="6385483"/>
                    <a:pt x="5014404" y="6754158"/>
                    <a:pt x="4597728" y="6839423"/>
                  </a:cubicBezTo>
                  <a:lnTo>
                    <a:pt x="4415485" y="6857795"/>
                  </a:lnTo>
                  <a:lnTo>
                    <a:pt x="4415485" y="6858000"/>
                  </a:lnTo>
                  <a:lnTo>
                    <a:pt x="4413444" y="6858000"/>
                  </a:lnTo>
                  <a:lnTo>
                    <a:pt x="3499044" y="6858000"/>
                  </a:lnTo>
                  <a:lnTo>
                    <a:pt x="3499044" y="5943600"/>
                  </a:lnTo>
                  <a:lnTo>
                    <a:pt x="3499044" y="914398"/>
                  </a:lnTo>
                  <a:close/>
                  <a:moveTo>
                    <a:pt x="0" y="0"/>
                  </a:moveTo>
                  <a:lnTo>
                    <a:pt x="3322412" y="0"/>
                  </a:lnTo>
                  <a:lnTo>
                    <a:pt x="3322412" y="3621994"/>
                  </a:lnTo>
                  <a:cubicBezTo>
                    <a:pt x="3322412" y="4539454"/>
                    <a:pt x="2578665" y="5283201"/>
                    <a:pt x="1661206" y="5283201"/>
                  </a:cubicBezTo>
                  <a:cubicBezTo>
                    <a:pt x="743747" y="5283201"/>
                    <a:pt x="0" y="4539454"/>
                    <a:pt x="0" y="3621994"/>
                  </a:cubicBezTo>
                  <a:close/>
                </a:path>
              </a:pathLst>
            </a:custGeom>
            <a:blipFill rotWithShape="1">
              <a:blip r:embed="rId2">
                <a:alphaModFix/>
                <a:alphaModFix/>
              </a:blip>
              <a:stretch>
                <a:fillRect l="-46503" r="-46503"/>
              </a:stretch>
            </a:blipFill>
            <a:ln>
              <a:prstDash val="solid"/>
              <a:headEnd type="none"/>
              <a:tailEnd type="none"/>
            </a:ln>
          </p:spPr>
        </p:sp>
        <p:sp>
          <p:nvSpPr>
            <p:cNvPr id="4" name="AutoShape 4"/>
            <p:cNvSpPr/>
            <p:nvPr/>
          </p:nvSpPr>
          <p:spPr>
            <a:xfrm>
              <a:off x="11356068" y="0"/>
              <a:ext cx="835932" cy="1993899"/>
            </a:xfrm>
            <a:custGeom>
              <a:avLst/>
              <a:gdLst/>
              <a:ahLst/>
              <a:cxnLst/>
              <a:rect l="l" t="t" r="r" b="b"/>
              <a:pathLst>
                <a:path w="835932" h="1993899">
                  <a:moveTo>
                    <a:pt x="0" y="0"/>
                  </a:moveTo>
                  <a:lnTo>
                    <a:pt x="835932" y="0"/>
                  </a:lnTo>
                  <a:lnTo>
                    <a:pt x="835932" y="1575933"/>
                  </a:lnTo>
                  <a:cubicBezTo>
                    <a:pt x="835932" y="1806769"/>
                    <a:pt x="648802" y="1993899"/>
                    <a:pt x="417966" y="1993899"/>
                  </a:cubicBezTo>
                  <a:cubicBezTo>
                    <a:pt x="187130" y="1993899"/>
                    <a:pt x="0" y="1806769"/>
                    <a:pt x="0" y="1575933"/>
                  </a:cubicBezTo>
                  <a:close/>
                </a:path>
              </a:pathLst>
            </a:custGeom>
            <a:gradFill>
              <a:gsLst>
                <a:gs pos="0">
                  <a:srgbClr val="0F3EE2">
                    <a:alpha val="0"/>
                  </a:srgbClr>
                </a:gs>
                <a:gs pos="100000">
                  <a:srgbClr val="0F3EE2">
                    <a:alpha val="40000"/>
                  </a:srgbClr>
                </a:gs>
              </a:gsLst>
              <a:lin ang="5400000"/>
            </a:gradFill>
            <a:ln>
              <a:prstDash val="solid"/>
              <a:headEnd type="none"/>
              <a:tailEnd type="none"/>
            </a:ln>
          </p:spPr>
        </p:sp>
        <p:sp>
          <p:nvSpPr>
            <p:cNvPr id="5" name="AutoShape 5"/>
            <p:cNvSpPr/>
            <p:nvPr/>
          </p:nvSpPr>
          <p:spPr>
            <a:xfrm>
              <a:off x="0" y="5479526"/>
              <a:ext cx="3282302" cy="1378474"/>
            </a:xfrm>
            <a:custGeom>
              <a:avLst/>
              <a:gdLst/>
              <a:ahLst/>
              <a:cxnLst/>
              <a:rect l="l" t="t" r="r" b="b"/>
              <a:pathLst>
                <a:path w="3282302" h="1378474">
                  <a:moveTo>
                    <a:pt x="0" y="0"/>
                  </a:moveTo>
                  <a:lnTo>
                    <a:pt x="1762387" y="0"/>
                  </a:lnTo>
                  <a:cubicBezTo>
                    <a:pt x="2553244" y="0"/>
                    <a:pt x="3203718" y="601046"/>
                    <a:pt x="3281938" y="1371266"/>
                  </a:cubicBezTo>
                  <a:lnTo>
                    <a:pt x="3282302" y="1378474"/>
                  </a:lnTo>
                  <a:lnTo>
                    <a:pt x="0" y="1378474"/>
                  </a:lnTo>
                  <a:close/>
                </a:path>
              </a:pathLst>
            </a:custGeom>
            <a:gradFill>
              <a:gsLst>
                <a:gs pos="0">
                  <a:srgbClr val="2181FF">
                    <a:alpha val="0"/>
                  </a:srgbClr>
                </a:gs>
                <a:gs pos="100000">
                  <a:srgbClr val="2181FF">
                    <a:alpha val="60000"/>
                  </a:srgbClr>
                </a:gs>
              </a:gsLst>
              <a:lin ang="0"/>
            </a:gradFill>
            <a:ln>
              <a:prstDash val="solid"/>
              <a:headEnd type="none"/>
              <a:tailEnd type="none"/>
            </a:ln>
          </p:spPr>
        </p:sp>
        <p:sp>
          <p:nvSpPr>
            <p:cNvPr id="6" name="AutoShape 6"/>
            <p:cNvSpPr/>
            <p:nvPr/>
          </p:nvSpPr>
          <p:spPr>
            <a:xfrm>
              <a:off x="3120101" y="827175"/>
              <a:ext cx="591520" cy="5026660"/>
            </a:xfrm>
            <a:prstGeom prst="roundRect">
              <a:avLst>
                <a:gd name="adj" fmla="val 50000"/>
              </a:avLst>
            </a:prstGeom>
            <a:gradFill>
              <a:gsLst>
                <a:gs pos="0">
                  <a:srgbClr val="2181FF">
                    <a:alpha val="0"/>
                  </a:srgbClr>
                </a:gs>
                <a:gs pos="100000">
                  <a:srgbClr val="2181FF">
                    <a:alpha val="60000"/>
                  </a:srgbClr>
                </a:gs>
              </a:gsLst>
              <a:lin ang="16200000"/>
            </a:gradFill>
            <a:ln>
              <a:prstDash val="solid"/>
              <a:headEnd type="none"/>
              <a:tailEnd type="none"/>
            </a:ln>
          </p:spPr>
        </p:sp>
        <p:sp>
          <p:nvSpPr>
            <p:cNvPr id="7" name="AutoShape 7"/>
            <p:cNvSpPr/>
            <p:nvPr/>
          </p:nvSpPr>
          <p:spPr>
            <a:xfrm>
              <a:off x="10591800" y="5257800"/>
              <a:ext cx="1600200" cy="1600200"/>
            </a:xfrm>
            <a:custGeom>
              <a:avLst/>
              <a:gdLst/>
              <a:ahLst/>
              <a:cxnLst/>
              <a:rect l="l" t="t" r="r" b="b"/>
              <a:pathLst>
                <a:path w="1600200" h="1600200">
                  <a:moveTo>
                    <a:pt x="1600200" y="0"/>
                  </a:moveTo>
                  <a:lnTo>
                    <a:pt x="1600200" y="800100"/>
                  </a:lnTo>
                  <a:cubicBezTo>
                    <a:pt x="1158317" y="800100"/>
                    <a:pt x="800100" y="1158317"/>
                    <a:pt x="800100" y="1600200"/>
                  </a:cubicBezTo>
                  <a:lnTo>
                    <a:pt x="0" y="1600200"/>
                  </a:lnTo>
                  <a:cubicBezTo>
                    <a:pt x="0" y="716434"/>
                    <a:pt x="716434" y="0"/>
                    <a:pt x="1600200" y="0"/>
                  </a:cubicBezTo>
                  <a:close/>
                </a:path>
              </a:pathLst>
            </a:custGeom>
            <a:gradFill>
              <a:gsLst>
                <a:gs pos="0">
                  <a:srgbClr val="2181FF">
                    <a:alpha val="0"/>
                  </a:srgbClr>
                </a:gs>
                <a:gs pos="100000">
                  <a:srgbClr val="2181FF">
                    <a:alpha val="60000"/>
                  </a:srgbClr>
                </a:gs>
              </a:gsLst>
              <a:lin ang="5400000"/>
            </a:gradFill>
            <a:ln>
              <a:prstDash val="solid"/>
              <a:headEnd type="none"/>
              <a:tailEnd type="none"/>
            </a:ln>
          </p:spPr>
        </p:sp>
        <p:sp>
          <p:nvSpPr>
            <p:cNvPr id="8" name="AutoShape 8"/>
            <p:cNvSpPr/>
            <p:nvPr/>
          </p:nvSpPr>
          <p:spPr>
            <a:xfrm>
              <a:off x="11073113" y="0"/>
              <a:ext cx="565909" cy="1349829"/>
            </a:xfrm>
            <a:custGeom>
              <a:avLst/>
              <a:gdLst/>
              <a:ahLst/>
              <a:cxnLst/>
              <a:rect l="l" t="t" r="r" b="b"/>
              <a:pathLst>
                <a:path w="835932" h="1993899">
                  <a:moveTo>
                    <a:pt x="0" y="0"/>
                  </a:moveTo>
                  <a:lnTo>
                    <a:pt x="835932" y="0"/>
                  </a:lnTo>
                  <a:lnTo>
                    <a:pt x="835932" y="1575933"/>
                  </a:lnTo>
                  <a:cubicBezTo>
                    <a:pt x="835932" y="1806769"/>
                    <a:pt x="648802" y="1993899"/>
                    <a:pt x="417966" y="1993899"/>
                  </a:cubicBezTo>
                  <a:cubicBezTo>
                    <a:pt x="187130" y="1993899"/>
                    <a:pt x="0" y="1806769"/>
                    <a:pt x="0" y="1575933"/>
                  </a:cubicBezTo>
                  <a:close/>
                </a:path>
              </a:pathLst>
            </a:custGeom>
            <a:gradFill>
              <a:gsLst>
                <a:gs pos="0">
                  <a:srgbClr val="0F3EE2">
                    <a:alpha val="0"/>
                  </a:srgbClr>
                </a:gs>
                <a:gs pos="100000">
                  <a:srgbClr val="0F3EE2">
                    <a:alpha val="60000"/>
                  </a:srgbClr>
                </a:gs>
              </a:gsLst>
              <a:lin ang="5400000"/>
            </a:gradFill>
            <a:ln>
              <a:prstDash val="solid"/>
              <a:headEnd type="none"/>
              <a:tailEnd type="none"/>
            </a:ln>
          </p:spPr>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gradFill>
          <a:gsLst>
            <a:gs pos="0">
              <a:srgbClr val="0F3EE2">
                <a:alpha val="100000"/>
                <a:lumMod val="20000"/>
                <a:lumOff val="80000"/>
              </a:srgbClr>
            </a:gs>
            <a:gs pos="50999">
              <a:srgbClr val="FFFFFF">
                <a:alpha val="100000"/>
              </a:srgbClr>
            </a:gs>
          </a:gsLst>
          <a:lin ang="16200000"/>
        </a:gradFill>
        <a:effectLst/>
      </p:bgPr>
    </p:bg>
    <p:spTree>
      <p:nvGrpSpPr>
        <p:cNvPr id="1" name=""/>
        <p:cNvGrpSpPr/>
        <p:nvPr/>
      </p:nvGrpSpPr>
      <p:grpSpPr>
        <a:xfrm>
          <a:off x="0" y="0"/>
          <a:ext cx="0" cy="0"/>
          <a:chOff x="0" y="0"/>
          <a:chExt cx="0" cy="0"/>
        </a:xfrm>
      </p:grpSpPr>
      <p:grpSp>
        <p:nvGrpSpPr>
          <p:cNvPr id="2" name="Group 2"/>
          <p:cNvGrpSpPr/>
          <p:nvPr/>
        </p:nvGrpSpPr>
        <p:grpSpPr>
          <a:xfrm>
            <a:off x="582839" y="340179"/>
            <a:ext cx="10936061" cy="231320"/>
            <a:chOff x="582839" y="340179"/>
            <a:chExt cx="10936061" cy="231320"/>
          </a:xfrm>
        </p:grpSpPr>
        <p:sp>
          <p:nvSpPr>
            <p:cNvPr id="3" name="AutoShape 3"/>
            <p:cNvSpPr/>
            <p:nvPr/>
          </p:nvSpPr>
          <p:spPr>
            <a:xfrm>
              <a:off x="582839" y="340179"/>
              <a:ext cx="994682" cy="138175"/>
            </a:xfrm>
            <a:custGeom>
              <a:avLst/>
              <a:gdLst/>
              <a:ahLst/>
              <a:cxnLst/>
              <a:rect l="l" t="t" r="r" b="b"/>
              <a:pathLst>
                <a:path w="994682" h="138175">
                  <a:moveTo>
                    <a:pt x="0" y="0"/>
                  </a:moveTo>
                  <a:lnTo>
                    <a:pt x="994682" y="0"/>
                  </a:lnTo>
                  <a:lnTo>
                    <a:pt x="960138" y="138175"/>
                  </a:lnTo>
                  <a:lnTo>
                    <a:pt x="0" y="138175"/>
                  </a:lnTo>
                  <a:close/>
                </a:path>
              </a:pathLst>
            </a:custGeom>
            <a:solidFill>
              <a:srgbClr val="0F3EE2">
                <a:alpha val="10196"/>
              </a:srgbClr>
            </a:solidFill>
            <a:ln>
              <a:prstDash val="solid"/>
              <a:headEnd type="none"/>
              <a:tailEnd type="none"/>
            </a:ln>
          </p:spPr>
        </p:sp>
        <p:sp>
          <p:nvSpPr>
            <p:cNvPr id="4" name="AutoShape 4"/>
            <p:cNvSpPr/>
            <p:nvPr/>
          </p:nvSpPr>
          <p:spPr>
            <a:xfrm>
              <a:off x="1560249" y="409267"/>
              <a:ext cx="9958651" cy="0"/>
            </a:xfrm>
            <a:prstGeom prst="line">
              <a:avLst/>
            </a:prstGeom>
            <a:ln w="15875">
              <a:gradFill>
                <a:gsLst>
                  <a:gs pos="0">
                    <a:srgbClr val="0F3EE2">
                      <a:alpha val="10196"/>
                    </a:srgbClr>
                  </a:gs>
                  <a:gs pos="100000">
                    <a:srgbClr val="0F3EE2">
                      <a:alpha val="100000"/>
                    </a:srgbClr>
                  </a:gs>
                </a:gsLst>
                <a:lin ang="0"/>
              </a:gradFill>
              <a:prstDash val="solid"/>
              <a:headEnd type="none"/>
              <a:tailEnd type="none"/>
            </a:ln>
          </p:spPr>
        </p:sp>
        <p:grpSp>
          <p:nvGrpSpPr>
            <p:cNvPr id="5" name="Group 5"/>
            <p:cNvGrpSpPr/>
            <p:nvPr/>
          </p:nvGrpSpPr>
          <p:grpSpPr>
            <a:xfrm>
              <a:off x="6829425" y="511721"/>
              <a:ext cx="4689475" cy="59778"/>
              <a:chOff x="6829425" y="511721"/>
              <a:chExt cx="4689475" cy="138175"/>
            </a:xfrm>
          </p:grpSpPr>
          <p:sp>
            <p:nvSpPr>
              <p:cNvPr id="6" name="AutoShape 6"/>
              <p:cNvSpPr/>
              <p:nvPr/>
            </p:nvSpPr>
            <p:spPr>
              <a:xfrm>
                <a:off x="11217275" y="511721"/>
                <a:ext cx="301625" cy="138175"/>
              </a:xfrm>
              <a:prstGeom prst="parallelogram">
                <a:avLst/>
              </a:prstGeom>
              <a:solidFill>
                <a:srgbClr val="0F3EE2">
                  <a:alpha val="70196"/>
                </a:srgbClr>
              </a:solidFill>
              <a:ln>
                <a:prstDash val="solid"/>
                <a:headEnd type="none"/>
                <a:tailEnd type="none"/>
              </a:ln>
            </p:spPr>
          </p:sp>
          <p:sp>
            <p:nvSpPr>
              <p:cNvPr id="7" name="AutoShape 7"/>
              <p:cNvSpPr/>
              <p:nvPr/>
            </p:nvSpPr>
            <p:spPr>
              <a:xfrm>
                <a:off x="10848975" y="511721"/>
                <a:ext cx="301625" cy="138175"/>
              </a:xfrm>
              <a:prstGeom prst="parallelogram">
                <a:avLst/>
              </a:prstGeom>
              <a:solidFill>
                <a:srgbClr val="0F3EE2">
                  <a:alpha val="50196"/>
                </a:srgbClr>
              </a:solidFill>
              <a:ln>
                <a:prstDash val="solid"/>
                <a:headEnd type="none"/>
                <a:tailEnd type="none"/>
              </a:ln>
            </p:spPr>
          </p:sp>
          <p:sp>
            <p:nvSpPr>
              <p:cNvPr id="8" name="AutoShape 8"/>
              <p:cNvSpPr/>
              <p:nvPr/>
            </p:nvSpPr>
            <p:spPr>
              <a:xfrm>
                <a:off x="10480675" y="511721"/>
                <a:ext cx="301625" cy="138175"/>
              </a:xfrm>
              <a:prstGeom prst="parallelogram">
                <a:avLst/>
              </a:prstGeom>
              <a:solidFill>
                <a:srgbClr val="0F3EE2">
                  <a:alpha val="20000"/>
                </a:srgbClr>
              </a:solidFill>
              <a:ln>
                <a:prstDash val="solid"/>
                <a:headEnd type="none"/>
                <a:tailEnd type="none"/>
              </a:ln>
            </p:spPr>
          </p:sp>
          <p:sp>
            <p:nvSpPr>
              <p:cNvPr id="9" name="AutoShape 9"/>
              <p:cNvSpPr/>
              <p:nvPr/>
            </p:nvSpPr>
            <p:spPr>
              <a:xfrm>
                <a:off x="6829425" y="511721"/>
                <a:ext cx="3573689" cy="138175"/>
              </a:xfrm>
              <a:prstGeom prst="parallelogram">
                <a:avLst/>
              </a:prstGeom>
              <a:solidFill>
                <a:srgbClr val="0F3EE2">
                  <a:alpha val="10196"/>
                </a:srgbClr>
              </a:solidFill>
              <a:ln>
                <a:prstDash val="solid"/>
                <a:headEnd type="none"/>
                <a:tailEnd type="none"/>
              </a:ln>
            </p:spPr>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gradFill>
          <a:gsLst>
            <a:gs pos="0">
              <a:srgbClr val="0F3EE2">
                <a:alpha val="100000"/>
                <a:lumMod val="20000"/>
                <a:lumOff val="80000"/>
              </a:srgbClr>
            </a:gs>
            <a:gs pos="50999">
              <a:srgbClr val="FFFFFF">
                <a:alpha val="100000"/>
              </a:srgbClr>
            </a:gs>
          </a:gsLst>
          <a:lin ang="16200000"/>
        </a:gradFill>
        <a:effectLst/>
      </p:bgPr>
    </p:bg>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Agenda">
    <p:bg>
      <p:bgPr>
        <a:gradFill>
          <a:gsLst>
            <a:gs pos="0">
              <a:srgbClr val="0F3EE2">
                <a:alpha val="100000"/>
                <a:lumMod val="20000"/>
                <a:lumOff val="80000"/>
              </a:srgbClr>
            </a:gs>
            <a:gs pos="50999">
              <a:srgbClr val="FFFFFF">
                <a:alpha val="100000"/>
              </a:srgbClr>
            </a:gs>
          </a:gsLst>
          <a:lin ang="16200000"/>
        </a:gradFill>
        <a:effectLst/>
      </p:bgPr>
    </p:bg>
    <p:spTree>
      <p:nvGrpSpPr>
        <p:cNvPr id="1" name=""/>
        <p:cNvGrpSpPr/>
        <p:nvPr/>
      </p:nvGrpSpPr>
      <p:grpSpPr>
        <a:xfrm>
          <a:off x="0" y="0"/>
          <a:ext cx="0" cy="0"/>
          <a:chOff x="0" y="0"/>
          <a:chExt cx="0" cy="0"/>
        </a:xfrm>
      </p:grpSpPr>
      <p:sp>
        <p:nvSpPr>
          <p:cNvPr id="2" name="AutoShape 2"/>
          <p:cNvSpPr/>
          <p:nvPr/>
        </p:nvSpPr>
        <p:spPr>
          <a:xfrm>
            <a:off x="0" y="6409690"/>
            <a:ext cx="8640346" cy="448310"/>
          </a:xfrm>
          <a:custGeom>
            <a:avLst/>
            <a:gdLst/>
            <a:ahLst/>
            <a:cxnLst/>
            <a:rect l="l" t="t" r="r" b="b"/>
            <a:pathLst>
              <a:path w="8640346" h="448309">
                <a:moveTo>
                  <a:pt x="0" y="0"/>
                </a:moveTo>
                <a:lnTo>
                  <a:pt x="8640346" y="0"/>
                </a:lnTo>
                <a:lnTo>
                  <a:pt x="8451432" y="448310"/>
                </a:lnTo>
                <a:lnTo>
                  <a:pt x="0" y="448310"/>
                </a:lnTo>
                <a:close/>
              </a:path>
            </a:pathLst>
          </a:custGeom>
          <a:gradFill>
            <a:gsLst>
              <a:gs pos="0">
                <a:srgbClr val="F84D4D">
                  <a:alpha val="50196"/>
                </a:srgbClr>
              </a:gs>
              <a:gs pos="100000">
                <a:srgbClr val="0F3EE2">
                  <a:alpha val="100000"/>
                </a:srgbClr>
              </a:gs>
            </a:gsLst>
            <a:lin ang="0"/>
          </a:gradFill>
          <a:ln>
            <a:prstDash val="solid"/>
            <a:headEnd type="none"/>
            <a:tailEnd type="none"/>
          </a:ln>
        </p:spPr>
      </p:sp>
      <p:sp>
        <p:nvSpPr>
          <p:cNvPr id="3" name="AutoShape 3"/>
          <p:cNvSpPr/>
          <p:nvPr/>
        </p:nvSpPr>
        <p:spPr>
          <a:xfrm>
            <a:off x="8676104" y="6409690"/>
            <a:ext cx="3515896" cy="448310"/>
          </a:xfrm>
          <a:custGeom>
            <a:avLst/>
            <a:gdLst/>
            <a:ahLst/>
            <a:cxnLst/>
            <a:rect l="l" t="t" r="r" b="b"/>
            <a:pathLst>
              <a:path w="3515896" h="448309">
                <a:moveTo>
                  <a:pt x="188914" y="0"/>
                </a:moveTo>
                <a:lnTo>
                  <a:pt x="3515896" y="0"/>
                </a:lnTo>
                <a:lnTo>
                  <a:pt x="3515896" y="448310"/>
                </a:lnTo>
                <a:lnTo>
                  <a:pt x="0" y="448310"/>
                </a:lnTo>
                <a:close/>
              </a:path>
            </a:pathLst>
          </a:custGeom>
          <a:gradFill>
            <a:gsLst>
              <a:gs pos="0">
                <a:srgbClr val="F84D4D">
                  <a:alpha val="50196"/>
                </a:srgbClr>
              </a:gs>
              <a:gs pos="100000">
                <a:srgbClr val="0F3EE2">
                  <a:alpha val="100000"/>
                </a:srgbClr>
              </a:gs>
            </a:gsLst>
            <a:lin ang="0"/>
          </a:gradFill>
          <a:ln>
            <a:prstDash val="solid"/>
            <a:headEnd type="none"/>
            <a:tailEnd type="none"/>
          </a:ln>
        </p:spPr>
      </p:sp>
      <p:cxnSp>
        <p:nvCxnSpPr>
          <p:cNvPr id="4" name="Connector 4"/>
          <p:cNvCxnSpPr/>
          <p:nvPr/>
        </p:nvCxnSpPr>
        <p:spPr>
          <a:xfrm flipH="1">
            <a:off x="2846319" y="1500188"/>
            <a:ext cx="0" cy="4278312"/>
          </a:xfrm>
          <a:prstGeom prst="line">
            <a:avLst/>
          </a:prstGeom>
          <a:ln w="3175">
            <a:solidFill>
              <a:srgbClr val="778495">
                <a:alpha val="50196"/>
              </a:srgbClr>
            </a:solidFill>
            <a:prstDash val="solid"/>
            <a:headEnd type="none"/>
            <a:tailEnd type="none"/>
          </a:ln>
        </p:spPr>
      </p:cxnSp>
      <p:sp>
        <p:nvSpPr>
          <p:cNvPr id="5" name="AutoShape 5"/>
          <p:cNvSpPr/>
          <p:nvPr/>
        </p:nvSpPr>
        <p:spPr>
          <a:xfrm>
            <a:off x="1851756" y="4862833"/>
            <a:ext cx="870506" cy="915667"/>
          </a:xfrm>
          <a:custGeom>
            <a:avLst/>
            <a:gdLst/>
            <a:ahLst/>
            <a:cxnLst/>
            <a:rect l="l" t="t"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rgbClr val="778495">
              <a:alpha val="14901"/>
            </a:srgbClr>
          </a:solidFill>
          <a:ln>
            <a:headEnd type="none"/>
            <a:tailEnd type="none"/>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Closing">
    <p:bg>
      <p:bgPr>
        <a:gradFill>
          <a:gsLst>
            <a:gs pos="0">
              <a:srgbClr val="0F3EE2">
                <a:alpha val="80000"/>
              </a:srgbClr>
            </a:gs>
            <a:gs pos="100000">
              <a:srgbClr val="0F3EE2">
                <a:alpha val="100000"/>
                <a:lumMod val="75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0" y="0"/>
            <a:ext cx="12192000" cy="6858000"/>
            <a:chOff x="0" y="0"/>
            <a:chExt cx="12192000" cy="6858000"/>
          </a:xfrm>
        </p:grpSpPr>
        <p:sp>
          <p:nvSpPr>
            <p:cNvPr id="3" name="AutoShape 3"/>
            <p:cNvSpPr/>
            <p:nvPr/>
          </p:nvSpPr>
          <p:spPr>
            <a:xfrm>
              <a:off x="0" y="0"/>
              <a:ext cx="5329885" cy="6858000"/>
            </a:xfrm>
            <a:custGeom>
              <a:avLst/>
              <a:gdLst/>
              <a:ahLst/>
              <a:cxnLst/>
              <a:rect l="l" t="t" r="r" b="b"/>
              <a:pathLst>
                <a:path w="5329885" h="6858000">
                  <a:moveTo>
                    <a:pt x="3499044" y="0"/>
                  </a:moveTo>
                  <a:lnTo>
                    <a:pt x="5329885" y="0"/>
                  </a:lnTo>
                  <a:lnTo>
                    <a:pt x="5329885" y="2467428"/>
                  </a:lnTo>
                  <a:lnTo>
                    <a:pt x="5327844" y="2467428"/>
                  </a:lnTo>
                  <a:lnTo>
                    <a:pt x="5327844" y="5943600"/>
                  </a:lnTo>
                  <a:cubicBezTo>
                    <a:pt x="5327844" y="6385483"/>
                    <a:pt x="5014404" y="6754158"/>
                    <a:pt x="4597728" y="6839423"/>
                  </a:cubicBezTo>
                  <a:lnTo>
                    <a:pt x="4415485" y="6857795"/>
                  </a:lnTo>
                  <a:lnTo>
                    <a:pt x="4415485" y="6858000"/>
                  </a:lnTo>
                  <a:lnTo>
                    <a:pt x="4413444" y="6858000"/>
                  </a:lnTo>
                  <a:lnTo>
                    <a:pt x="3499044" y="6858000"/>
                  </a:lnTo>
                  <a:lnTo>
                    <a:pt x="3499044" y="5943600"/>
                  </a:lnTo>
                  <a:lnTo>
                    <a:pt x="3499044" y="914398"/>
                  </a:lnTo>
                  <a:close/>
                  <a:moveTo>
                    <a:pt x="0" y="0"/>
                  </a:moveTo>
                  <a:lnTo>
                    <a:pt x="3322412" y="0"/>
                  </a:lnTo>
                  <a:lnTo>
                    <a:pt x="3322412" y="3621994"/>
                  </a:lnTo>
                  <a:cubicBezTo>
                    <a:pt x="3322412" y="4539454"/>
                    <a:pt x="2578665" y="5283201"/>
                    <a:pt x="1661206" y="5283201"/>
                  </a:cubicBezTo>
                  <a:cubicBezTo>
                    <a:pt x="743747" y="5283201"/>
                    <a:pt x="0" y="4539454"/>
                    <a:pt x="0" y="3621994"/>
                  </a:cubicBezTo>
                  <a:close/>
                </a:path>
              </a:pathLst>
            </a:custGeom>
            <a:blipFill rotWithShape="1">
              <a:blip r:embed="rId2">
                <a:alphaModFix/>
                <a:alphaModFix/>
              </a:blip>
              <a:stretch>
                <a:fillRect l="-46503" r="-46503"/>
              </a:stretch>
            </a:blipFill>
            <a:ln>
              <a:prstDash val="solid"/>
              <a:headEnd type="none"/>
              <a:tailEnd type="none"/>
            </a:ln>
          </p:spPr>
        </p:sp>
        <p:sp>
          <p:nvSpPr>
            <p:cNvPr id="4" name="AutoShape 4"/>
            <p:cNvSpPr/>
            <p:nvPr/>
          </p:nvSpPr>
          <p:spPr>
            <a:xfrm>
              <a:off x="11356068" y="0"/>
              <a:ext cx="835932" cy="1993899"/>
            </a:xfrm>
            <a:custGeom>
              <a:avLst/>
              <a:gdLst/>
              <a:ahLst/>
              <a:cxnLst/>
              <a:rect l="l" t="t" r="r" b="b"/>
              <a:pathLst>
                <a:path w="835932" h="1993899">
                  <a:moveTo>
                    <a:pt x="0" y="0"/>
                  </a:moveTo>
                  <a:lnTo>
                    <a:pt x="835932" y="0"/>
                  </a:lnTo>
                  <a:lnTo>
                    <a:pt x="835932" y="1575933"/>
                  </a:lnTo>
                  <a:cubicBezTo>
                    <a:pt x="835932" y="1806769"/>
                    <a:pt x="648802" y="1993899"/>
                    <a:pt x="417966" y="1993899"/>
                  </a:cubicBezTo>
                  <a:cubicBezTo>
                    <a:pt x="187130" y="1993899"/>
                    <a:pt x="0" y="1806769"/>
                    <a:pt x="0" y="1575933"/>
                  </a:cubicBezTo>
                  <a:close/>
                </a:path>
              </a:pathLst>
            </a:custGeom>
            <a:gradFill>
              <a:gsLst>
                <a:gs pos="0">
                  <a:srgbClr val="0F3EE2">
                    <a:alpha val="0"/>
                  </a:srgbClr>
                </a:gs>
                <a:gs pos="100000">
                  <a:srgbClr val="0F3EE2">
                    <a:alpha val="40000"/>
                  </a:srgbClr>
                </a:gs>
              </a:gsLst>
              <a:lin ang="5400000"/>
            </a:gradFill>
            <a:ln>
              <a:prstDash val="solid"/>
              <a:headEnd type="none"/>
              <a:tailEnd type="none"/>
            </a:ln>
          </p:spPr>
        </p:sp>
        <p:sp>
          <p:nvSpPr>
            <p:cNvPr id="5" name="AutoShape 5"/>
            <p:cNvSpPr/>
            <p:nvPr/>
          </p:nvSpPr>
          <p:spPr>
            <a:xfrm>
              <a:off x="0" y="5479526"/>
              <a:ext cx="3282302" cy="1378474"/>
            </a:xfrm>
            <a:custGeom>
              <a:avLst/>
              <a:gdLst/>
              <a:ahLst/>
              <a:cxnLst/>
              <a:rect l="l" t="t" r="r" b="b"/>
              <a:pathLst>
                <a:path w="3282302" h="1378474">
                  <a:moveTo>
                    <a:pt x="0" y="0"/>
                  </a:moveTo>
                  <a:lnTo>
                    <a:pt x="1762387" y="0"/>
                  </a:lnTo>
                  <a:cubicBezTo>
                    <a:pt x="2553244" y="0"/>
                    <a:pt x="3203718" y="601046"/>
                    <a:pt x="3281938" y="1371266"/>
                  </a:cubicBezTo>
                  <a:lnTo>
                    <a:pt x="3282302" y="1378474"/>
                  </a:lnTo>
                  <a:lnTo>
                    <a:pt x="0" y="1378474"/>
                  </a:lnTo>
                  <a:close/>
                </a:path>
              </a:pathLst>
            </a:custGeom>
            <a:gradFill>
              <a:gsLst>
                <a:gs pos="0">
                  <a:srgbClr val="2181FF">
                    <a:alpha val="0"/>
                  </a:srgbClr>
                </a:gs>
                <a:gs pos="100000">
                  <a:srgbClr val="2181FF">
                    <a:alpha val="60000"/>
                  </a:srgbClr>
                </a:gs>
              </a:gsLst>
              <a:lin ang="0"/>
            </a:gradFill>
            <a:ln>
              <a:prstDash val="solid"/>
              <a:headEnd type="none"/>
              <a:tailEnd type="none"/>
            </a:ln>
          </p:spPr>
        </p:sp>
        <p:grpSp>
          <p:nvGrpSpPr>
            <p:cNvPr id="6" name="Group 6"/>
            <p:cNvGrpSpPr/>
            <p:nvPr/>
          </p:nvGrpSpPr>
          <p:grpSpPr>
            <a:xfrm>
              <a:off x="5721349" y="3889520"/>
              <a:ext cx="749302" cy="749298"/>
              <a:chOff x="660400" y="3743926"/>
              <a:chExt cx="749302" cy="749298"/>
            </a:xfrm>
          </p:grpSpPr>
          <p:sp>
            <p:nvSpPr>
              <p:cNvPr id="7" name="AutoShape 7"/>
              <p:cNvSpPr/>
              <p:nvPr/>
            </p:nvSpPr>
            <p:spPr>
              <a:xfrm>
                <a:off x="660400" y="3743926"/>
                <a:ext cx="749302" cy="749298"/>
              </a:xfrm>
              <a:prstGeom prst="ellipse">
                <a:avLst/>
              </a:prstGeom>
              <a:gradFill>
                <a:gsLst>
                  <a:gs pos="0">
                    <a:srgbClr val="2181FF">
                      <a:alpha val="0"/>
                    </a:srgbClr>
                  </a:gs>
                  <a:gs pos="100000">
                    <a:srgbClr val="2181FF">
                      <a:alpha val="60000"/>
                    </a:srgbClr>
                  </a:gs>
                </a:gsLst>
                <a:lin ang="16200000"/>
              </a:gradFill>
              <a:ln>
                <a:prstDash val="solid"/>
                <a:headEnd type="none"/>
                <a:tailEnd type="none"/>
              </a:ln>
            </p:spPr>
          </p:sp>
          <p:sp>
            <p:nvSpPr>
              <p:cNvPr id="8" name="AutoShape 8"/>
              <p:cNvSpPr/>
              <p:nvPr/>
            </p:nvSpPr>
            <p:spPr>
              <a:xfrm>
                <a:off x="985869" y="4026316"/>
                <a:ext cx="145270" cy="184516"/>
              </a:xfrm>
              <a:custGeom>
                <a:avLst/>
                <a:gdLst/>
                <a:ahLst/>
                <a:cxnLst/>
                <a:rect l="l" t="t" r="r" b="b"/>
                <a:pathLst>
                  <a:path w="369833" h="469754">
                    <a:moveTo>
                      <a:pt x="358236" y="207594"/>
                    </a:moveTo>
                    <a:lnTo>
                      <a:pt x="51822" y="4450"/>
                    </a:lnTo>
                    <a:cubicBezTo>
                      <a:pt x="37226" y="-5216"/>
                      <a:pt x="17541" y="-1201"/>
                      <a:pt x="7850" y="13420"/>
                    </a:cubicBezTo>
                    <a:cubicBezTo>
                      <a:pt x="4397" y="18611"/>
                      <a:pt x="2581" y="24698"/>
                      <a:pt x="2581" y="30918"/>
                    </a:cubicBezTo>
                    <a:lnTo>
                      <a:pt x="2581" y="437206"/>
                    </a:lnTo>
                    <a:cubicBezTo>
                      <a:pt x="2581" y="454735"/>
                      <a:pt x="16814" y="468944"/>
                      <a:pt x="34319" y="468938"/>
                    </a:cubicBezTo>
                    <a:cubicBezTo>
                      <a:pt x="40556" y="468938"/>
                      <a:pt x="46613" y="467109"/>
                      <a:pt x="51822" y="463674"/>
                    </a:cubicBezTo>
                    <a:lnTo>
                      <a:pt x="358236" y="260530"/>
                    </a:lnTo>
                    <a:cubicBezTo>
                      <a:pt x="372832" y="250797"/>
                      <a:pt x="376829" y="231058"/>
                      <a:pt x="367078" y="216437"/>
                    </a:cubicBezTo>
                    <a:cubicBezTo>
                      <a:pt x="364776" y="212937"/>
                      <a:pt x="361748" y="209926"/>
                      <a:pt x="358236" y="207594"/>
                    </a:cubicBezTo>
                    <a:close/>
                  </a:path>
                </a:pathLst>
              </a:custGeom>
              <a:solidFill>
                <a:srgbClr val="FFFFFF">
                  <a:alpha val="90196"/>
                </a:srgbClr>
              </a:solidFill>
              <a:ln>
                <a:prstDash val="solid"/>
                <a:headEnd type="none"/>
                <a:tailEnd type="none"/>
              </a:ln>
            </p:spPr>
          </p:sp>
        </p:grpSp>
        <p:sp>
          <p:nvSpPr>
            <p:cNvPr id="9" name="AutoShape 9"/>
            <p:cNvSpPr/>
            <p:nvPr/>
          </p:nvSpPr>
          <p:spPr>
            <a:xfrm>
              <a:off x="3120101" y="827175"/>
              <a:ext cx="591520" cy="5026660"/>
            </a:xfrm>
            <a:prstGeom prst="roundRect">
              <a:avLst>
                <a:gd name="adj" fmla="val 50000"/>
              </a:avLst>
            </a:prstGeom>
            <a:gradFill>
              <a:gsLst>
                <a:gs pos="0">
                  <a:srgbClr val="2181FF">
                    <a:alpha val="0"/>
                  </a:srgbClr>
                </a:gs>
                <a:gs pos="100000">
                  <a:srgbClr val="2181FF">
                    <a:alpha val="60000"/>
                  </a:srgbClr>
                </a:gs>
              </a:gsLst>
              <a:lin ang="16200000"/>
            </a:gradFill>
            <a:ln>
              <a:prstDash val="solid"/>
              <a:headEnd type="none"/>
              <a:tailEnd type="none"/>
            </a:ln>
          </p:spPr>
        </p:sp>
        <p:sp>
          <p:nvSpPr>
            <p:cNvPr id="10" name="AutoShape 10"/>
            <p:cNvSpPr/>
            <p:nvPr/>
          </p:nvSpPr>
          <p:spPr>
            <a:xfrm>
              <a:off x="10591800" y="5257800"/>
              <a:ext cx="1600200" cy="1600200"/>
            </a:xfrm>
            <a:custGeom>
              <a:avLst/>
              <a:gdLst/>
              <a:ahLst/>
              <a:cxnLst/>
              <a:rect l="l" t="t" r="r" b="b"/>
              <a:pathLst>
                <a:path w="1600200" h="1600200">
                  <a:moveTo>
                    <a:pt x="1600200" y="0"/>
                  </a:moveTo>
                  <a:lnTo>
                    <a:pt x="1600200" y="800100"/>
                  </a:lnTo>
                  <a:cubicBezTo>
                    <a:pt x="1158317" y="800100"/>
                    <a:pt x="800100" y="1158317"/>
                    <a:pt x="800100" y="1600200"/>
                  </a:cubicBezTo>
                  <a:lnTo>
                    <a:pt x="0" y="1600200"/>
                  </a:lnTo>
                  <a:cubicBezTo>
                    <a:pt x="0" y="716434"/>
                    <a:pt x="716434" y="0"/>
                    <a:pt x="1600200" y="0"/>
                  </a:cubicBezTo>
                  <a:close/>
                </a:path>
              </a:pathLst>
            </a:custGeom>
            <a:gradFill>
              <a:gsLst>
                <a:gs pos="0">
                  <a:srgbClr val="2181FF">
                    <a:alpha val="0"/>
                  </a:srgbClr>
                </a:gs>
                <a:gs pos="100000">
                  <a:srgbClr val="2181FF">
                    <a:alpha val="60000"/>
                  </a:srgbClr>
                </a:gs>
              </a:gsLst>
              <a:lin ang="5400000"/>
            </a:gradFill>
            <a:ln>
              <a:prstDash val="solid"/>
              <a:headEnd type="none"/>
              <a:tailEnd type="none"/>
            </a:ln>
          </p:spPr>
        </p:sp>
        <p:sp>
          <p:nvSpPr>
            <p:cNvPr id="11" name="AutoShape 11"/>
            <p:cNvSpPr/>
            <p:nvPr/>
          </p:nvSpPr>
          <p:spPr>
            <a:xfrm>
              <a:off x="11073113" y="0"/>
              <a:ext cx="565909" cy="1349829"/>
            </a:xfrm>
            <a:custGeom>
              <a:avLst/>
              <a:gdLst/>
              <a:ahLst/>
              <a:cxnLst/>
              <a:rect l="l" t="t" r="r" b="b"/>
              <a:pathLst>
                <a:path w="835932" h="1993899">
                  <a:moveTo>
                    <a:pt x="0" y="0"/>
                  </a:moveTo>
                  <a:lnTo>
                    <a:pt x="835932" y="0"/>
                  </a:lnTo>
                  <a:lnTo>
                    <a:pt x="835932" y="1575933"/>
                  </a:lnTo>
                  <a:cubicBezTo>
                    <a:pt x="835932" y="1806769"/>
                    <a:pt x="648802" y="1993899"/>
                    <a:pt x="417966" y="1993899"/>
                  </a:cubicBezTo>
                  <a:cubicBezTo>
                    <a:pt x="187130" y="1993899"/>
                    <a:pt x="0" y="1806769"/>
                    <a:pt x="0" y="1575933"/>
                  </a:cubicBezTo>
                  <a:close/>
                </a:path>
              </a:pathLst>
            </a:custGeom>
            <a:gradFill>
              <a:gsLst>
                <a:gs pos="0">
                  <a:srgbClr val="0F3EE2">
                    <a:alpha val="0"/>
                  </a:srgbClr>
                </a:gs>
                <a:gs pos="100000">
                  <a:srgbClr val="0F3EE2">
                    <a:alpha val="60000"/>
                  </a:srgbClr>
                </a:gs>
              </a:gsLst>
              <a:lin ang="5400000"/>
            </a:gradFill>
            <a:ln>
              <a:prstDash val="solid"/>
              <a:headEnd type="none"/>
              <a:tailEnd type="none"/>
            </a:ln>
          </p:spPr>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pt/slideMasters/slideMaster1.xml">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6.xml"/><Relationship Id="rId4" Type="http://schemas.openxmlformats.org/officeDocument/2006/relationships/image" Target="../media/image5.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626099" y="1092200"/>
            <a:ext cx="5892801" cy="2656840"/>
          </a:xfrm>
          <a:prstGeom prst="rect">
            <a:avLst/>
          </a:prstGeom>
          <a:ln>
            <a:headEnd type="none"/>
            <a:tailEnd type="none"/>
          </a:ln>
        </p:spPr>
        <p:txBody>
          <a:bodyPr vert="horz" wrap="square" lIns="91440" tIns="45720" rIns="91440" bIns="45720" rtlCol="0" anchor="b" anchorCtr="0"/>
          <a:lstStyle/>
          <a:p>
            <a:pPr algn="l">
              <a:lnSpc>
                <a:spcPct val="100000"/>
              </a:lnSpc>
              <a:spcBef>
                <a:spcPts val="0"/>
              </a:spcBef>
              <a:defRPr/>
            </a:pPr>
            <a:r>
              <a:rPr lang="en-US" sz="5400" b="1" i="0">
                <a:ln w="19050"/>
                <a:solidFill>
                  <a:srgbClr val="FFFFFF">
                    <a:alpha val="100000"/>
                  </a:srgbClr>
                </a:solidFill>
                <a:latin typeface="Arial"/>
                <a:ea typeface="Arial"/>
                <a:cs typeface="Arial"/>
              </a:rPr>
              <a:t>KELI系统安装指南</a:t>
            </a:r>
            <a:endParaRPr lang="en-US" sz="1100"/>
          </a:p>
        </p:txBody>
      </p:sp>
      <p:sp>
        <p:nvSpPr>
          <p:cNvPr id="3" name="TextBox 3"/>
          <p:cNvSpPr txBox="1"/>
          <p:nvPr/>
        </p:nvSpPr>
        <p:spPr>
          <a:xfrm>
            <a:off x="6517557" y="3889519"/>
            <a:ext cx="5001343" cy="749299"/>
          </a:xfrm>
          <a:prstGeom prst="roundRect">
            <a:avLst>
              <a:gd name="adj" fmla="val 0"/>
            </a:avLst>
          </a:prstGeom>
          <a:ln>
            <a:headEnd type="none"/>
            <a:tailEnd type="none"/>
          </a:ln>
        </p:spPr>
        <p:txBody>
          <a:bodyPr vert="horz" wrap="square" lIns="91440" tIns="45720" rIns="91440" bIns="45720" rtlCol="0" anchor="ctr" anchorCtr="0"/>
          <a:lstStyle/>
          <a:p>
            <a:pPr algn="l">
              <a:lnSpc>
                <a:spcPct val="100000"/>
              </a:lnSpc>
              <a:spcBef>
                <a:spcPts val="1000"/>
              </a:spcBef>
              <a:defRPr/>
            </a:pPr>
            <a:r>
              <a:rPr lang="en-US" sz="2000" b="0" i="0">
                <a:ln/>
                <a:solidFill>
                  <a:srgbClr val="FFFFFF">
                    <a:alpha val="100000"/>
                  </a:srgbClr>
                </a:solidFill>
                <a:latin typeface="微软雅黑"/>
                <a:ea typeface="微软雅黑"/>
                <a:cs typeface="微软雅黑"/>
              </a:rPr>
              <a:t>从零开始，掌握KELI系统安装全流程</a:t>
            </a:r>
            <a:endParaRPr lang="en-US" sz="1100"/>
          </a:p>
        </p:txBody>
      </p:sp>
      <p:sp>
        <p:nvSpPr>
          <p:cNvPr id="4" name="TextBox 4"/>
          <p:cNvSpPr txBox="1"/>
          <p:nvPr/>
        </p:nvSpPr>
        <p:spPr>
          <a:xfrm>
            <a:off x="5626099" y="5580102"/>
            <a:ext cx="5892801" cy="276999"/>
          </a:xfrm>
          <a:prstGeom prst="rect">
            <a:avLst/>
          </a:prstGeom>
          <a:ln>
            <a:headEnd type="none"/>
            <a:tailEnd type="none"/>
          </a:ln>
        </p:spPr>
        <p:txBody>
          <a:bodyPr vert="horz" wrap="square" lIns="90000" tIns="45720" rIns="91440" bIns="45720" rtlCol="0" anchor="t" anchorCtr="0"/>
          <a:lstStyle/>
          <a:p>
            <a:pPr algn="l">
              <a:lnSpc>
                <a:spcPct val="100000"/>
              </a:lnSpc>
              <a:spcBef>
                <a:spcPts val="1000"/>
              </a:spcBef>
              <a:defRPr/>
            </a:pPr>
            <a:r>
              <a:rPr lang="zh-CN" altLang="en-US" sz="1200" dirty="0">
                <a:ln/>
                <a:solidFill>
                  <a:srgbClr val="FFFFFF">
                    <a:alpha val="100000"/>
                  </a:srgbClr>
                </a:solidFill>
                <a:latin typeface="微软雅黑"/>
                <a:ea typeface="微软雅黑"/>
              </a:rPr>
              <a:t>授课地点：武汉大学</a:t>
            </a:r>
            <a:endParaRPr lang="en-US" sz="1100" dirty="0"/>
          </a:p>
        </p:txBody>
      </p:sp>
      <p:sp>
        <p:nvSpPr>
          <p:cNvPr id="5" name="TextBox 5"/>
          <p:cNvSpPr txBox="1"/>
          <p:nvPr/>
        </p:nvSpPr>
        <p:spPr>
          <a:xfrm>
            <a:off x="5626099" y="5857101"/>
            <a:ext cx="5892801" cy="276999"/>
          </a:xfrm>
          <a:prstGeom prst="rect">
            <a:avLst/>
          </a:prstGeom>
          <a:ln>
            <a:headEnd type="none"/>
            <a:tailEnd type="none"/>
          </a:ln>
        </p:spPr>
        <p:txBody>
          <a:bodyPr vert="horz" wrap="none" lIns="91440" tIns="45720" rIns="91440" bIns="45720" rtlCol="0" anchor="t" anchorCtr="0"/>
          <a:lstStyle/>
          <a:p>
            <a:pPr algn="l">
              <a:lnSpc>
                <a:spcPct val="100000"/>
              </a:lnSpc>
              <a:spcBef>
                <a:spcPts val="1000"/>
              </a:spcBef>
              <a:defRPr/>
            </a:pPr>
            <a:r>
              <a:rPr lang="en-US" sz="1100" dirty="0">
                <a:latin typeface="微软雅黑"/>
                <a:ea typeface="微软雅黑"/>
              </a:rPr>
              <a:t>2026</a:t>
            </a:r>
            <a:r>
              <a:rPr lang="zh-CN" altLang="en-US" sz="1100" dirty="0">
                <a:latin typeface="微软雅黑"/>
                <a:ea typeface="微软雅黑"/>
              </a:rPr>
              <a:t>年</a:t>
            </a:r>
            <a:r>
              <a:rPr lang="en-US" altLang="zh-CN" sz="1100" dirty="0">
                <a:latin typeface="微软雅黑"/>
                <a:ea typeface="微软雅黑"/>
              </a:rPr>
              <a:t>5</a:t>
            </a:r>
            <a:r>
              <a:rPr lang="zh-CN" altLang="en-US" sz="1100" dirty="0">
                <a:latin typeface="微软雅黑"/>
                <a:ea typeface="微软雅黑"/>
              </a:rPr>
              <a:t>月</a:t>
            </a:r>
            <a:r>
              <a:rPr lang="en-US" altLang="zh-CN" sz="1100" dirty="0">
                <a:latin typeface="微软雅黑"/>
                <a:ea typeface="微软雅黑"/>
              </a:rPr>
              <a:t>18</a:t>
            </a:r>
            <a:r>
              <a:rPr lang="zh-CN" altLang="en-US" sz="1100" dirty="0">
                <a:latin typeface="微软雅黑"/>
                <a:ea typeface="微软雅黑"/>
              </a:rPr>
              <a:t>日</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4caed9d6-c0d5-402d-a13c-963d60d56e8c"/>
          <p:cNvGrpSpPr/>
          <p:nvPr/>
        </p:nvGrpSpPr>
        <p:grpSpPr>
          <a:xfrm>
            <a:off x="0" y="1130300"/>
            <a:ext cx="12192000" cy="4305311"/>
            <a:chOff x="0" y="1130300"/>
            <a:chExt cx="12192000" cy="4305311"/>
          </a:xfrm>
        </p:grpSpPr>
        <p:sp>
          <p:nvSpPr>
            <p:cNvPr id="3" name="AutoShape 3"/>
            <p:cNvSpPr/>
            <p:nvPr/>
          </p:nvSpPr>
          <p:spPr>
            <a:xfrm>
              <a:off x="0" y="3406786"/>
              <a:ext cx="12192000" cy="1076060"/>
            </a:xfrm>
            <a:prstGeom prst="rect">
              <a:avLst/>
            </a:prstGeom>
            <a:solidFill>
              <a:srgbClr val="0F3EE2">
                <a:alpha val="10196"/>
              </a:srgbClr>
            </a:solidFill>
            <a:ln>
              <a:prstDash val="solid"/>
              <a:headEnd type="none"/>
              <a:tailEnd type="none"/>
            </a:ln>
          </p:spPr>
        </p:sp>
        <p:sp>
          <p:nvSpPr>
            <p:cNvPr id="4" name="AutoShape 4"/>
            <p:cNvSpPr/>
            <p:nvPr/>
          </p:nvSpPr>
          <p:spPr>
            <a:xfrm>
              <a:off x="660400" y="3944816"/>
              <a:ext cx="10858500" cy="0"/>
            </a:xfrm>
            <a:prstGeom prst="straightConnector1">
              <a:avLst/>
            </a:prstGeom>
            <a:ln w="6350">
              <a:gradFill>
                <a:gsLst>
                  <a:gs pos="0">
                    <a:srgbClr val="0F3EE2">
                      <a:alpha val="0"/>
                    </a:srgbClr>
                  </a:gs>
                  <a:gs pos="100000">
                    <a:srgbClr val="0F3EE2">
                      <a:alpha val="100000"/>
                    </a:srgbClr>
                  </a:gs>
                </a:gsLst>
                <a:lin ang="0"/>
              </a:gradFill>
              <a:prstDash val="solid"/>
              <a:headEnd type="none"/>
              <a:tailEnd type="triangle"/>
            </a:ln>
          </p:spPr>
        </p:sp>
        <p:grpSp>
          <p:nvGrpSpPr>
            <p:cNvPr id="5" name="Group 5"/>
            <p:cNvGrpSpPr/>
            <p:nvPr/>
          </p:nvGrpSpPr>
          <p:grpSpPr>
            <a:xfrm>
              <a:off x="660400" y="3650127"/>
              <a:ext cx="2568077" cy="1785484"/>
              <a:chOff x="430475" y="3650127"/>
              <a:chExt cx="2568077" cy="1785484"/>
            </a:xfrm>
          </p:grpSpPr>
          <p:sp>
            <p:nvSpPr>
              <p:cNvPr id="6" name="TextBox 6"/>
              <p:cNvSpPr txBox="1"/>
              <p:nvPr/>
            </p:nvSpPr>
            <p:spPr>
              <a:xfrm>
                <a:off x="1411803" y="3650127"/>
                <a:ext cx="586504" cy="586504"/>
              </a:xfrm>
              <a:prstGeom prst="ellipse">
                <a:avLst/>
              </a:prstGeom>
              <a:gradFill>
                <a:gsLst>
                  <a:gs pos="0">
                    <a:srgbClr val="0F3EE2">
                      <a:alpha val="100000"/>
                      <a:lumMod val="60000"/>
                      <a:lumOff val="40000"/>
                    </a:srgbClr>
                  </a:gs>
                  <a:gs pos="75000">
                    <a:srgbClr val="0F3EE2">
                      <a:alpha val="100000"/>
                    </a:srgbClr>
                  </a:gs>
                </a:gsLst>
                <a:lin ang="2700000"/>
              </a:gradFill>
              <a:ln w="12700">
                <a:solidFill>
                  <a:srgbClr val="FFFFFF">
                    <a:alpha val="100000"/>
                  </a:srgbClr>
                </a:solidFill>
                <a:prstDash val="solid"/>
                <a:headEnd type="none"/>
                <a:tailEnd type="none"/>
              </a:ln>
            </p:spPr>
            <p:txBody>
              <a:bodyPr vert="horz" wrap="none" lIns="91440" tIns="45720" rIns="91440" bIns="45720" rtlCol="0" anchor="ctr" anchorCtr="0"/>
              <a:lstStyle/>
              <a:p>
                <a:pPr algn="ctr">
                  <a:defRPr/>
                </a:pPr>
                <a:r>
                  <a:rPr lang="en-US" sz="1800" b="1" i="0">
                    <a:ln/>
                    <a:solidFill>
                      <a:srgbClr val="FFFFFF">
                        <a:alpha val="100000"/>
                      </a:srgbClr>
                    </a:solidFill>
                    <a:latin typeface="Arial"/>
                    <a:ea typeface="Arial"/>
                    <a:cs typeface="Arial"/>
                  </a:rPr>
                  <a:t>01</a:t>
                </a:r>
                <a:endParaRPr lang="en-US" sz="1100"/>
              </a:p>
            </p:txBody>
          </p:sp>
          <p:grpSp>
            <p:nvGrpSpPr>
              <p:cNvPr id="7" name="Group 7"/>
              <p:cNvGrpSpPr/>
              <p:nvPr/>
            </p:nvGrpSpPr>
            <p:grpSpPr>
              <a:xfrm>
                <a:off x="430475" y="4236631"/>
                <a:ext cx="2568077" cy="1198980"/>
                <a:chOff x="1670227" y="4601292"/>
                <a:chExt cx="2568077" cy="1198980"/>
              </a:xfrm>
            </p:grpSpPr>
            <p:sp>
              <p:nvSpPr>
                <p:cNvPr id="8" name="TextBox 8"/>
                <p:cNvSpPr txBox="1"/>
                <p:nvPr/>
              </p:nvSpPr>
              <p:spPr>
                <a:xfrm>
                  <a:off x="1670227" y="5090848"/>
                  <a:ext cx="2568077" cy="709424"/>
                </a:xfrm>
                <a:prstGeom prst="rect">
                  <a:avLst/>
                </a:prstGeom>
                <a:ln>
                  <a:headEnd type="none"/>
                  <a:tailEnd type="none"/>
                </a:ln>
              </p:spPr>
              <p:txBody>
                <a:bodyPr vert="horz" wrap="square" lIns="91440" tIns="45720" rIns="91440" bIns="45720" rtlCol="0" anchor="t" anchorCtr="0"/>
                <a:lstStyle/>
                <a:p>
                  <a:pPr algn="l">
                    <a:spcBef>
                      <a:spcPts val="0"/>
                    </a:spcBef>
                    <a:spcAft>
                      <a:spcPts val="0"/>
                    </a:spcAft>
                    <a:defRPr/>
                  </a:pPr>
                  <a:r>
                    <a:rPr lang="en-US" sz="2000" b="1" i="0" strike="noStrike">
                      <a:ln/>
                      <a:solidFill>
                        <a:srgbClr val="2F2F2F">
                          <a:alpha val="100000"/>
                        </a:srgbClr>
                      </a:solidFill>
                      <a:latin typeface="微软雅黑"/>
                      <a:ea typeface="微软雅黑"/>
                      <a:cs typeface="微软雅黑"/>
                    </a:rPr>
                    <a:t>系统功能简介</a:t>
                  </a:r>
                  <a:endParaRPr lang="en-US" sz="1100"/>
                </a:p>
              </p:txBody>
            </p:sp>
            <p:sp>
              <p:nvSpPr>
                <p:cNvPr id="9" name="AutoShape 9"/>
                <p:cNvSpPr/>
                <p:nvPr/>
              </p:nvSpPr>
              <p:spPr>
                <a:xfrm>
                  <a:off x="2954266" y="4601292"/>
                  <a:ext cx="0" cy="387901"/>
                </a:xfrm>
                <a:prstGeom prst="line">
                  <a:avLst/>
                </a:prstGeom>
                <a:ln w="6350">
                  <a:gradFill>
                    <a:gsLst>
                      <a:gs pos="0">
                        <a:srgbClr val="0F3EE2">
                          <a:alpha val="0"/>
                        </a:srgbClr>
                      </a:gs>
                      <a:gs pos="100000">
                        <a:srgbClr val="0F3EE2">
                          <a:alpha val="100000"/>
                        </a:srgbClr>
                      </a:gs>
                    </a:gsLst>
                    <a:lin ang="0"/>
                  </a:gradFill>
                  <a:prstDash val="solid"/>
                  <a:headEnd type="none"/>
                  <a:tailEnd type="triangle"/>
                </a:ln>
              </p:spPr>
            </p:sp>
          </p:grpSp>
        </p:grpSp>
        <p:grpSp>
          <p:nvGrpSpPr>
            <p:cNvPr id="10" name="Group 10"/>
            <p:cNvGrpSpPr/>
            <p:nvPr/>
          </p:nvGrpSpPr>
          <p:grpSpPr>
            <a:xfrm>
              <a:off x="2694819" y="2441361"/>
              <a:ext cx="2568077" cy="1795270"/>
              <a:chOff x="2091348" y="2441361"/>
              <a:chExt cx="2568077" cy="1795270"/>
            </a:xfrm>
          </p:grpSpPr>
          <p:sp>
            <p:nvSpPr>
              <p:cNvPr id="11" name="TextBox 11"/>
              <p:cNvSpPr txBox="1"/>
              <p:nvPr/>
            </p:nvSpPr>
            <p:spPr>
              <a:xfrm>
                <a:off x="3088485" y="3650127"/>
                <a:ext cx="586504" cy="586504"/>
              </a:xfrm>
              <a:prstGeom prst="ellipse">
                <a:avLst/>
              </a:prstGeom>
              <a:gradFill>
                <a:gsLst>
                  <a:gs pos="0">
                    <a:srgbClr val="2181FF">
                      <a:alpha val="100000"/>
                      <a:lumMod val="60000"/>
                      <a:lumOff val="40000"/>
                    </a:srgbClr>
                  </a:gs>
                  <a:gs pos="75000">
                    <a:srgbClr val="2181FF">
                      <a:alpha val="100000"/>
                    </a:srgbClr>
                  </a:gs>
                </a:gsLst>
                <a:lin ang="2700000"/>
              </a:gradFill>
              <a:ln w="12700">
                <a:solidFill>
                  <a:srgbClr val="FFFFFF">
                    <a:alpha val="100000"/>
                  </a:srgbClr>
                </a:solidFill>
                <a:prstDash val="solid"/>
                <a:headEnd type="none"/>
                <a:tailEnd type="none"/>
              </a:ln>
            </p:spPr>
            <p:txBody>
              <a:bodyPr vert="horz" wrap="none" lIns="91440" tIns="45720" rIns="91440" bIns="45720" rtlCol="0" anchor="ctr" anchorCtr="0"/>
              <a:lstStyle/>
              <a:p>
                <a:pPr algn="ctr">
                  <a:defRPr/>
                </a:pPr>
                <a:r>
                  <a:rPr lang="en-US" sz="2000" b="1" i="0">
                    <a:ln/>
                    <a:solidFill>
                      <a:srgbClr val="FFFFFF">
                        <a:alpha val="100000"/>
                      </a:srgbClr>
                    </a:solidFill>
                    <a:latin typeface="Arial"/>
                    <a:ea typeface="Arial"/>
                    <a:cs typeface="Arial"/>
                  </a:rPr>
                  <a:t>02</a:t>
                </a:r>
                <a:endParaRPr lang="en-US" sz="1100"/>
              </a:p>
            </p:txBody>
          </p:sp>
          <p:grpSp>
            <p:nvGrpSpPr>
              <p:cNvPr id="12" name="Group 12"/>
              <p:cNvGrpSpPr/>
              <p:nvPr/>
            </p:nvGrpSpPr>
            <p:grpSpPr>
              <a:xfrm>
                <a:off x="2091348" y="2441361"/>
                <a:ext cx="2568077" cy="1205891"/>
                <a:chOff x="1663877" y="5316110"/>
                <a:chExt cx="2568077" cy="1205891"/>
              </a:xfrm>
            </p:grpSpPr>
            <p:sp>
              <p:nvSpPr>
                <p:cNvPr id="13" name="TextBox 13"/>
                <p:cNvSpPr txBox="1"/>
                <p:nvPr/>
              </p:nvSpPr>
              <p:spPr>
                <a:xfrm>
                  <a:off x="1663877" y="5316110"/>
                  <a:ext cx="2568077" cy="709424"/>
                </a:xfrm>
                <a:prstGeom prst="rect">
                  <a:avLst/>
                </a:prstGeom>
                <a:ln>
                  <a:headEnd type="none"/>
                  <a:tailEnd type="none"/>
                </a:ln>
              </p:spPr>
              <p:txBody>
                <a:bodyPr vert="horz" wrap="square" lIns="91440" tIns="45720" rIns="91440" bIns="45720" rtlCol="0" anchor="b" anchorCtr="0"/>
                <a:lstStyle/>
                <a:p>
                  <a:pPr algn="l">
                    <a:spcBef>
                      <a:spcPts val="0"/>
                    </a:spcBef>
                    <a:spcAft>
                      <a:spcPts val="0"/>
                    </a:spcAft>
                    <a:defRPr/>
                  </a:pPr>
                  <a:r>
                    <a:rPr lang="en-US" sz="2000" b="1" i="0" strike="noStrike">
                      <a:ln/>
                      <a:solidFill>
                        <a:srgbClr val="2F2F2F">
                          <a:alpha val="100000"/>
                        </a:srgbClr>
                      </a:solidFill>
                      <a:latin typeface="微软雅黑"/>
                      <a:ea typeface="微软雅黑"/>
                      <a:cs typeface="微软雅黑"/>
                    </a:rPr>
                    <a:t>安装前准备工作</a:t>
                  </a:r>
                  <a:endParaRPr lang="en-US" sz="1100"/>
                </a:p>
              </p:txBody>
            </p:sp>
            <p:sp>
              <p:nvSpPr>
                <p:cNvPr id="14" name="AutoShape 14"/>
                <p:cNvSpPr/>
                <p:nvPr/>
              </p:nvSpPr>
              <p:spPr>
                <a:xfrm flipV="1">
                  <a:off x="2954266" y="6134100"/>
                  <a:ext cx="0" cy="387901"/>
                </a:xfrm>
                <a:prstGeom prst="line">
                  <a:avLst/>
                </a:prstGeom>
                <a:ln w="6350">
                  <a:gradFill>
                    <a:gsLst>
                      <a:gs pos="0">
                        <a:srgbClr val="0F3EE2">
                          <a:alpha val="0"/>
                        </a:srgbClr>
                      </a:gs>
                      <a:gs pos="100000">
                        <a:srgbClr val="0F3EE2">
                          <a:alpha val="100000"/>
                        </a:srgbClr>
                      </a:gs>
                    </a:gsLst>
                    <a:lin ang="0"/>
                  </a:gradFill>
                  <a:prstDash val="solid"/>
                  <a:headEnd type="none"/>
                  <a:tailEnd type="triangle"/>
                </a:ln>
              </p:spPr>
            </p:sp>
          </p:grpSp>
        </p:grpSp>
        <p:sp>
          <p:nvSpPr>
            <p:cNvPr id="15" name="AutoShape 15"/>
            <p:cNvSpPr/>
            <p:nvPr/>
          </p:nvSpPr>
          <p:spPr>
            <a:xfrm>
              <a:off x="666750" y="1130300"/>
              <a:ext cx="10858500" cy="1002918"/>
            </a:xfrm>
            <a:prstGeom prst="rect">
              <a:avLst/>
            </a:prstGeom>
            <a:ln>
              <a:prstDash val="solid"/>
              <a:headEnd type="none"/>
              <a:tailEnd type="none"/>
            </a:ln>
          </p:spPr>
        </p:sp>
        <p:grpSp>
          <p:nvGrpSpPr>
            <p:cNvPr id="16" name="Group 16"/>
            <p:cNvGrpSpPr/>
            <p:nvPr/>
          </p:nvGrpSpPr>
          <p:grpSpPr>
            <a:xfrm>
              <a:off x="4729238" y="3650127"/>
              <a:ext cx="2568077" cy="1785484"/>
              <a:chOff x="3751497" y="3650127"/>
              <a:chExt cx="2568077" cy="1785484"/>
            </a:xfrm>
          </p:grpSpPr>
          <p:sp>
            <p:nvSpPr>
              <p:cNvPr id="17" name="TextBox 17"/>
              <p:cNvSpPr txBox="1"/>
              <p:nvPr/>
            </p:nvSpPr>
            <p:spPr>
              <a:xfrm>
                <a:off x="4765167" y="3650127"/>
                <a:ext cx="586504" cy="586504"/>
              </a:xfrm>
              <a:prstGeom prst="ellipse">
                <a:avLst/>
              </a:prstGeom>
              <a:gradFill>
                <a:gsLst>
                  <a:gs pos="0">
                    <a:srgbClr val="0F3EE2">
                      <a:alpha val="100000"/>
                      <a:lumMod val="60000"/>
                      <a:lumOff val="40000"/>
                    </a:srgbClr>
                  </a:gs>
                  <a:gs pos="75000">
                    <a:srgbClr val="0F3EE2">
                      <a:alpha val="100000"/>
                    </a:srgbClr>
                  </a:gs>
                </a:gsLst>
                <a:lin ang="2700000"/>
              </a:gradFill>
              <a:ln w="12700">
                <a:solidFill>
                  <a:srgbClr val="FFFFFF">
                    <a:alpha val="100000"/>
                  </a:srgbClr>
                </a:solidFill>
                <a:prstDash val="solid"/>
                <a:headEnd type="none"/>
                <a:tailEnd type="none"/>
              </a:ln>
            </p:spPr>
            <p:txBody>
              <a:bodyPr vert="horz" wrap="none" lIns="91440" tIns="45720" rIns="91440" bIns="45720" rtlCol="0" anchor="ctr" anchorCtr="0"/>
              <a:lstStyle/>
              <a:p>
                <a:pPr algn="ctr">
                  <a:defRPr/>
                </a:pPr>
                <a:r>
                  <a:rPr lang="en-US" sz="1800" b="1" i="0">
                    <a:ln/>
                    <a:solidFill>
                      <a:srgbClr val="FFFFFF">
                        <a:alpha val="100000"/>
                      </a:srgbClr>
                    </a:solidFill>
                    <a:latin typeface="Arial"/>
                    <a:ea typeface="Arial"/>
                    <a:cs typeface="Arial"/>
                  </a:rPr>
                  <a:t>03</a:t>
                </a:r>
                <a:endParaRPr lang="en-US" sz="1100"/>
              </a:p>
            </p:txBody>
          </p:sp>
          <p:grpSp>
            <p:nvGrpSpPr>
              <p:cNvPr id="18" name="Group 18"/>
              <p:cNvGrpSpPr/>
              <p:nvPr/>
            </p:nvGrpSpPr>
            <p:grpSpPr>
              <a:xfrm>
                <a:off x="3751497" y="4236631"/>
                <a:ext cx="2568077" cy="1198980"/>
                <a:chOff x="1670227" y="4601292"/>
                <a:chExt cx="2568077" cy="1198980"/>
              </a:xfrm>
            </p:grpSpPr>
            <p:sp>
              <p:nvSpPr>
                <p:cNvPr id="19" name="TextBox 19"/>
                <p:cNvSpPr txBox="1"/>
                <p:nvPr/>
              </p:nvSpPr>
              <p:spPr>
                <a:xfrm>
                  <a:off x="1670227" y="5090848"/>
                  <a:ext cx="2568077" cy="709424"/>
                </a:xfrm>
                <a:prstGeom prst="rect">
                  <a:avLst/>
                </a:prstGeom>
                <a:ln>
                  <a:headEnd type="none"/>
                  <a:tailEnd type="none"/>
                </a:ln>
              </p:spPr>
              <p:txBody>
                <a:bodyPr vert="horz" wrap="square" lIns="91440" tIns="45720" rIns="91440" bIns="45720" rtlCol="0" anchor="t" anchorCtr="0"/>
                <a:lstStyle/>
                <a:p>
                  <a:pPr algn="l">
                    <a:spcBef>
                      <a:spcPts val="0"/>
                    </a:spcBef>
                    <a:spcAft>
                      <a:spcPts val="0"/>
                    </a:spcAft>
                    <a:defRPr/>
                  </a:pPr>
                  <a:r>
                    <a:rPr lang="en-US" sz="2000" b="1" i="0" strike="noStrike">
                      <a:ln/>
                      <a:solidFill>
                        <a:srgbClr val="2F2F2F">
                          <a:alpha val="100000"/>
                        </a:srgbClr>
                      </a:solidFill>
                      <a:latin typeface="微软雅黑"/>
                      <a:ea typeface="微软雅黑"/>
                      <a:cs typeface="微软雅黑"/>
                    </a:rPr>
                    <a:t>详细安装步骤</a:t>
                  </a:r>
                  <a:endParaRPr lang="en-US" sz="1100"/>
                </a:p>
              </p:txBody>
            </p:sp>
            <p:sp>
              <p:nvSpPr>
                <p:cNvPr id="20" name="AutoShape 20"/>
                <p:cNvSpPr/>
                <p:nvPr/>
              </p:nvSpPr>
              <p:spPr>
                <a:xfrm>
                  <a:off x="2954266" y="4601292"/>
                  <a:ext cx="0" cy="387901"/>
                </a:xfrm>
                <a:prstGeom prst="line">
                  <a:avLst/>
                </a:prstGeom>
                <a:ln w="6350">
                  <a:gradFill>
                    <a:gsLst>
                      <a:gs pos="0">
                        <a:srgbClr val="0F3EE2">
                          <a:alpha val="0"/>
                        </a:srgbClr>
                      </a:gs>
                      <a:gs pos="100000">
                        <a:srgbClr val="0F3EE2">
                          <a:alpha val="100000"/>
                        </a:srgbClr>
                      </a:gs>
                    </a:gsLst>
                    <a:lin ang="0"/>
                  </a:gradFill>
                  <a:prstDash val="solid"/>
                  <a:headEnd type="none"/>
                  <a:tailEnd type="triangle"/>
                </a:ln>
              </p:spPr>
            </p:sp>
          </p:grpSp>
        </p:grpSp>
        <p:grpSp>
          <p:nvGrpSpPr>
            <p:cNvPr id="21" name="Group 21"/>
            <p:cNvGrpSpPr/>
            <p:nvPr/>
          </p:nvGrpSpPr>
          <p:grpSpPr>
            <a:xfrm>
              <a:off x="6763657" y="2441361"/>
              <a:ext cx="2568077" cy="1795270"/>
              <a:chOff x="5444712" y="2441361"/>
              <a:chExt cx="2568077" cy="1795270"/>
            </a:xfrm>
          </p:grpSpPr>
          <p:sp>
            <p:nvSpPr>
              <p:cNvPr id="22" name="TextBox 22"/>
              <p:cNvSpPr txBox="1"/>
              <p:nvPr/>
            </p:nvSpPr>
            <p:spPr>
              <a:xfrm>
                <a:off x="6441849" y="3650127"/>
                <a:ext cx="586504" cy="586504"/>
              </a:xfrm>
              <a:prstGeom prst="ellipse">
                <a:avLst/>
              </a:prstGeom>
              <a:gradFill>
                <a:gsLst>
                  <a:gs pos="0">
                    <a:srgbClr val="2181FF">
                      <a:alpha val="100000"/>
                      <a:lumMod val="60000"/>
                      <a:lumOff val="40000"/>
                    </a:srgbClr>
                  </a:gs>
                  <a:gs pos="75000">
                    <a:srgbClr val="2181FF">
                      <a:alpha val="100000"/>
                    </a:srgbClr>
                  </a:gs>
                </a:gsLst>
                <a:lin ang="2700000"/>
              </a:gradFill>
              <a:ln w="12700">
                <a:solidFill>
                  <a:srgbClr val="FFFFFF">
                    <a:alpha val="100000"/>
                  </a:srgbClr>
                </a:solidFill>
                <a:prstDash val="solid"/>
                <a:headEnd type="none"/>
                <a:tailEnd type="none"/>
              </a:ln>
            </p:spPr>
            <p:txBody>
              <a:bodyPr vert="horz" wrap="none" lIns="91440" tIns="45720" rIns="91440" bIns="45720" rtlCol="0" anchor="ctr" anchorCtr="0"/>
              <a:lstStyle/>
              <a:p>
                <a:pPr algn="ctr">
                  <a:defRPr/>
                </a:pPr>
                <a:r>
                  <a:rPr lang="en-US" sz="2000" b="1" i="0">
                    <a:ln/>
                    <a:solidFill>
                      <a:srgbClr val="FFFFFF">
                        <a:alpha val="100000"/>
                      </a:srgbClr>
                    </a:solidFill>
                    <a:latin typeface="Arial"/>
                    <a:ea typeface="Arial"/>
                    <a:cs typeface="Arial"/>
                  </a:rPr>
                  <a:t>04</a:t>
                </a:r>
                <a:endParaRPr lang="en-US" sz="1100"/>
              </a:p>
            </p:txBody>
          </p:sp>
          <p:grpSp>
            <p:nvGrpSpPr>
              <p:cNvPr id="23" name="Group 23"/>
              <p:cNvGrpSpPr/>
              <p:nvPr/>
            </p:nvGrpSpPr>
            <p:grpSpPr>
              <a:xfrm>
                <a:off x="5444712" y="2441361"/>
                <a:ext cx="2568077" cy="1205891"/>
                <a:chOff x="1663877" y="5316110"/>
                <a:chExt cx="2568077" cy="1205891"/>
              </a:xfrm>
            </p:grpSpPr>
            <p:sp>
              <p:nvSpPr>
                <p:cNvPr id="24" name="TextBox 24"/>
                <p:cNvSpPr txBox="1"/>
                <p:nvPr/>
              </p:nvSpPr>
              <p:spPr>
                <a:xfrm>
                  <a:off x="1663877" y="5316110"/>
                  <a:ext cx="2568077" cy="709424"/>
                </a:xfrm>
                <a:prstGeom prst="rect">
                  <a:avLst/>
                </a:prstGeom>
                <a:ln>
                  <a:headEnd type="none"/>
                  <a:tailEnd type="none"/>
                </a:ln>
              </p:spPr>
              <p:txBody>
                <a:bodyPr vert="horz" wrap="square" lIns="91440" tIns="45720" rIns="91440" bIns="45720" rtlCol="0" anchor="b" anchorCtr="0"/>
                <a:lstStyle/>
                <a:p>
                  <a:pPr algn="l">
                    <a:spcBef>
                      <a:spcPts val="0"/>
                    </a:spcBef>
                    <a:spcAft>
                      <a:spcPts val="0"/>
                    </a:spcAft>
                    <a:defRPr/>
                  </a:pPr>
                  <a:r>
                    <a:rPr lang="en-US" sz="2000" b="1" i="0" strike="noStrike">
                      <a:ln/>
                      <a:solidFill>
                        <a:srgbClr val="2F2F2F">
                          <a:alpha val="100000"/>
                        </a:srgbClr>
                      </a:solidFill>
                      <a:latin typeface="微软雅黑"/>
                      <a:ea typeface="微软雅黑"/>
                      <a:cs typeface="微软雅黑"/>
                    </a:rPr>
                    <a:t>注意事项与排错</a:t>
                  </a:r>
                  <a:endParaRPr lang="en-US" sz="1100"/>
                </a:p>
              </p:txBody>
            </p:sp>
            <p:sp>
              <p:nvSpPr>
                <p:cNvPr id="25" name="AutoShape 25"/>
                <p:cNvSpPr/>
                <p:nvPr/>
              </p:nvSpPr>
              <p:spPr>
                <a:xfrm flipV="1">
                  <a:off x="2954266" y="6134100"/>
                  <a:ext cx="0" cy="387901"/>
                </a:xfrm>
                <a:prstGeom prst="line">
                  <a:avLst/>
                </a:prstGeom>
                <a:ln w="6350">
                  <a:gradFill>
                    <a:gsLst>
                      <a:gs pos="0">
                        <a:srgbClr val="0F3EE2">
                          <a:alpha val="0"/>
                        </a:srgbClr>
                      </a:gs>
                      <a:gs pos="100000">
                        <a:srgbClr val="0F3EE2">
                          <a:alpha val="100000"/>
                        </a:srgbClr>
                      </a:gs>
                    </a:gsLst>
                    <a:lin ang="0"/>
                  </a:gradFill>
                  <a:prstDash val="solid"/>
                  <a:headEnd type="none"/>
                  <a:tailEnd type="triangle"/>
                </a:ln>
              </p:spPr>
            </p:sp>
          </p:grpSp>
        </p:grpSp>
        <p:grpSp>
          <p:nvGrpSpPr>
            <p:cNvPr id="26" name="Group 26"/>
            <p:cNvGrpSpPr/>
            <p:nvPr/>
          </p:nvGrpSpPr>
          <p:grpSpPr>
            <a:xfrm>
              <a:off x="8798076" y="3650127"/>
              <a:ext cx="2568077" cy="1785484"/>
              <a:chOff x="7127744" y="3650127"/>
              <a:chExt cx="2568077" cy="1785484"/>
            </a:xfrm>
          </p:grpSpPr>
          <p:sp>
            <p:nvSpPr>
              <p:cNvPr id="27" name="TextBox 27"/>
              <p:cNvSpPr txBox="1"/>
              <p:nvPr/>
            </p:nvSpPr>
            <p:spPr>
              <a:xfrm>
                <a:off x="8118531" y="3650127"/>
                <a:ext cx="586504" cy="586504"/>
              </a:xfrm>
              <a:prstGeom prst="ellipse">
                <a:avLst/>
              </a:prstGeom>
              <a:gradFill>
                <a:gsLst>
                  <a:gs pos="0">
                    <a:srgbClr val="0F3EE2">
                      <a:alpha val="100000"/>
                      <a:lumMod val="60000"/>
                      <a:lumOff val="40000"/>
                    </a:srgbClr>
                  </a:gs>
                  <a:gs pos="75000">
                    <a:srgbClr val="0F3EE2">
                      <a:alpha val="100000"/>
                    </a:srgbClr>
                  </a:gs>
                </a:gsLst>
                <a:lin ang="2700000"/>
              </a:gradFill>
              <a:ln w="12700">
                <a:solidFill>
                  <a:srgbClr val="FFFFFF">
                    <a:alpha val="100000"/>
                  </a:srgbClr>
                </a:solidFill>
                <a:prstDash val="solid"/>
                <a:headEnd type="none"/>
                <a:tailEnd type="none"/>
              </a:ln>
            </p:spPr>
            <p:txBody>
              <a:bodyPr vert="horz" wrap="none" lIns="91440" tIns="45720" rIns="91440" bIns="45720" rtlCol="0" anchor="ctr" anchorCtr="0"/>
              <a:lstStyle/>
              <a:p>
                <a:pPr algn="ctr">
                  <a:defRPr/>
                </a:pPr>
                <a:r>
                  <a:rPr lang="en-US" sz="1800" b="1" i="0">
                    <a:ln/>
                    <a:solidFill>
                      <a:srgbClr val="FFFFFF">
                        <a:alpha val="100000"/>
                      </a:srgbClr>
                    </a:solidFill>
                    <a:latin typeface="Arial"/>
                    <a:ea typeface="Arial"/>
                    <a:cs typeface="Arial"/>
                  </a:rPr>
                  <a:t>05</a:t>
                </a:r>
                <a:endParaRPr lang="en-US" sz="1100"/>
              </a:p>
            </p:txBody>
          </p:sp>
          <p:grpSp>
            <p:nvGrpSpPr>
              <p:cNvPr id="28" name="Group 28"/>
              <p:cNvGrpSpPr/>
              <p:nvPr/>
            </p:nvGrpSpPr>
            <p:grpSpPr>
              <a:xfrm>
                <a:off x="7127744" y="4236631"/>
                <a:ext cx="2568077" cy="1198980"/>
                <a:chOff x="1670227" y="4601292"/>
                <a:chExt cx="2568077" cy="1198980"/>
              </a:xfrm>
            </p:grpSpPr>
            <p:sp>
              <p:nvSpPr>
                <p:cNvPr id="29" name="TextBox 29"/>
                <p:cNvSpPr txBox="1"/>
                <p:nvPr/>
              </p:nvSpPr>
              <p:spPr>
                <a:xfrm>
                  <a:off x="1670227" y="5090848"/>
                  <a:ext cx="2568077" cy="709424"/>
                </a:xfrm>
                <a:prstGeom prst="rect">
                  <a:avLst/>
                </a:prstGeom>
                <a:ln>
                  <a:headEnd type="none"/>
                  <a:tailEnd type="none"/>
                </a:ln>
              </p:spPr>
              <p:txBody>
                <a:bodyPr vert="horz" wrap="square" lIns="91440" tIns="45720" rIns="91440" bIns="45720" rtlCol="0" anchor="t" anchorCtr="0"/>
                <a:lstStyle/>
                <a:p>
                  <a:pPr algn="l">
                    <a:spcBef>
                      <a:spcPts val="0"/>
                    </a:spcBef>
                    <a:spcAft>
                      <a:spcPts val="0"/>
                    </a:spcAft>
                    <a:defRPr/>
                  </a:pPr>
                  <a:r>
                    <a:rPr lang="en-US" sz="2000" b="1" i="0" strike="noStrike">
                      <a:ln/>
                      <a:solidFill>
                        <a:srgbClr val="2F2F2F">
                          <a:alpha val="100000"/>
                        </a:srgbClr>
                      </a:solidFill>
                      <a:latin typeface="微软雅黑"/>
                      <a:ea typeface="微软雅黑"/>
                      <a:cs typeface="微软雅黑"/>
                    </a:rPr>
                    <a:t>验证与后续配置</a:t>
                  </a:r>
                  <a:endParaRPr lang="en-US" sz="1100"/>
                </a:p>
              </p:txBody>
            </p:sp>
            <p:sp>
              <p:nvSpPr>
                <p:cNvPr id="30" name="AutoShape 30"/>
                <p:cNvSpPr/>
                <p:nvPr/>
              </p:nvSpPr>
              <p:spPr>
                <a:xfrm>
                  <a:off x="2954266" y="4601292"/>
                  <a:ext cx="0" cy="387901"/>
                </a:xfrm>
                <a:prstGeom prst="line">
                  <a:avLst/>
                </a:prstGeom>
                <a:ln w="6350">
                  <a:gradFill>
                    <a:gsLst>
                      <a:gs pos="0">
                        <a:srgbClr val="0F3EE2">
                          <a:alpha val="0"/>
                        </a:srgbClr>
                      </a:gs>
                      <a:gs pos="100000">
                        <a:srgbClr val="0F3EE2">
                          <a:alpha val="100000"/>
                        </a:srgbClr>
                      </a:gs>
                    </a:gsLst>
                    <a:lin ang="0"/>
                  </a:gradFill>
                  <a:prstDash val="solid"/>
                  <a:headEnd type="none"/>
                  <a:tailEnd type="triangle"/>
                </a:ln>
              </p:spPr>
            </p:sp>
          </p:grpSp>
        </p:grpSp>
      </p:grpSp>
      <p:sp>
        <p:nvSpPr>
          <p:cNvPr id="31" name="TextBox 31"/>
          <p:cNvSpPr txBox="1"/>
          <p:nvPr/>
        </p:nvSpPr>
        <p:spPr>
          <a:xfrm>
            <a:off x="660400" y="128587"/>
            <a:ext cx="10858500" cy="900112"/>
          </a:xfrm>
          <a:prstGeom prst="rect">
            <a:avLst/>
          </a:prstGeom>
          <a:ln>
            <a:headEnd type="none"/>
            <a:tailEnd type="none"/>
          </a:ln>
        </p:spPr>
        <p:txBody>
          <a:bodyPr vert="horz" wrap="square" lIns="91440" tIns="45720" rIns="91440" bIns="45720" rtlCol="0" anchor="b" anchorCtr="0"/>
          <a:lstStyle/>
          <a:p>
            <a:pPr algn="l">
              <a:lnSpc>
                <a:spcPct val="100000"/>
              </a:lnSpc>
              <a:spcBef>
                <a:spcPts val="0"/>
              </a:spcBef>
              <a:defRPr/>
            </a:pPr>
            <a:r>
              <a:rPr lang="en-US" sz="2800" b="1" i="0">
                <a:ln/>
                <a:solidFill>
                  <a:srgbClr val="2F2F2F">
                    <a:alpha val="100000"/>
                  </a:srgbClr>
                </a:solidFill>
                <a:latin typeface="微软雅黑"/>
                <a:ea typeface="微软雅黑"/>
                <a:cs typeface="微软雅黑"/>
              </a:rPr>
              <a:t>目录</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747657" y="1993899"/>
            <a:ext cx="5771242" cy="584775"/>
          </a:xfrm>
          <a:prstGeom prst="rect">
            <a:avLst/>
          </a:prstGeom>
          <a:ln>
            <a:headEnd type="none"/>
            <a:tailEnd type="none"/>
          </a:ln>
        </p:spPr>
        <p:txBody>
          <a:bodyPr vert="horz" wrap="square" lIns="91440" tIns="45720" rIns="91440" bIns="45720" rtlCol="0" anchor="b" anchorCtr="0"/>
          <a:lstStyle/>
          <a:p>
            <a:pPr algn="l">
              <a:lnSpc>
                <a:spcPct val="100000"/>
              </a:lnSpc>
              <a:spcBef>
                <a:spcPts val="0"/>
              </a:spcBef>
              <a:defRPr/>
            </a:pPr>
            <a:r>
              <a:rPr lang="en-US" sz="3200" b="1" i="0">
                <a:ln/>
                <a:solidFill>
                  <a:srgbClr val="FFFFFF">
                    <a:alpha val="100000"/>
                  </a:srgbClr>
                </a:solidFill>
                <a:latin typeface="微软雅黑"/>
                <a:ea typeface="微软雅黑"/>
                <a:cs typeface="微软雅黑"/>
              </a:rPr>
              <a:t>系统功能简介</a:t>
            </a:r>
            <a:endParaRPr lang="en-US" sz="1100"/>
          </a:p>
        </p:txBody>
      </p:sp>
      <p:sp>
        <p:nvSpPr>
          <p:cNvPr id="3" name="TextBox 3"/>
          <p:cNvSpPr txBox="1"/>
          <p:nvPr/>
        </p:nvSpPr>
        <p:spPr>
          <a:xfrm>
            <a:off x="5747657" y="2590528"/>
            <a:ext cx="5771242" cy="1104991"/>
          </a:xfrm>
          <a:prstGeom prst="rect">
            <a:avLst/>
          </a:prstGeom>
          <a:ln>
            <a:headEnd type="none"/>
            <a:tailEnd type="none"/>
          </a:ln>
        </p:spPr>
        <p:txBody>
          <a:bodyPr vert="horz" wrap="square" lIns="91440" tIns="45720" rIns="91440" bIns="45720" rtlCol="0" anchor="t" anchorCtr="0"/>
          <a:lstStyle/>
          <a:p>
            <a:pPr algn="l">
              <a:lnSpc>
                <a:spcPct val="120000"/>
              </a:lnSpc>
              <a:spcBef>
                <a:spcPts val="1000"/>
              </a:spcBef>
              <a:defRPr/>
            </a:pPr>
            <a:r>
              <a:rPr lang="en-US" sz="2000" b="0" i="0">
                <a:ln/>
                <a:solidFill>
                  <a:srgbClr val="FFFFFF">
                    <a:alpha val="100000"/>
                  </a:srgbClr>
                </a:solidFill>
                <a:latin typeface="微软雅黑"/>
                <a:ea typeface="微软雅黑"/>
                <a:cs typeface="微软雅黑"/>
              </a:rPr>
              <a:t>了解KELI系统的核心定位与强大功能，为后续的安装与使用奠定基础。</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ebec7c30-da20-4373-8a54-6a7da59c4fbb"/>
          <p:cNvGrpSpPr/>
          <p:nvPr/>
        </p:nvGrpSpPr>
        <p:grpSpPr>
          <a:xfrm>
            <a:off x="1229650" y="1130300"/>
            <a:ext cx="9720000" cy="5003800"/>
            <a:chOff x="1229650" y="1130300"/>
            <a:chExt cx="9720000" cy="5003800"/>
          </a:xfrm>
        </p:grpSpPr>
        <p:sp>
          <p:nvSpPr>
            <p:cNvPr id="3" name="AutoShape 3"/>
            <p:cNvSpPr/>
            <p:nvPr/>
          </p:nvSpPr>
          <p:spPr>
            <a:xfrm>
              <a:off x="1229650" y="2191233"/>
              <a:ext cx="9720000" cy="0"/>
            </a:xfrm>
            <a:prstGeom prst="line">
              <a:avLst/>
            </a:prstGeom>
            <a:ln w="12700">
              <a:solidFill>
                <a:srgbClr val="2F2F2F">
                  <a:alpha val="100000"/>
                </a:srgbClr>
              </a:solidFill>
              <a:prstDash val="solid"/>
              <a:headEnd type="none"/>
              <a:tailEnd type="none"/>
            </a:ln>
          </p:spPr>
        </p:sp>
        <p:sp>
          <p:nvSpPr>
            <p:cNvPr id="4" name="AutoShape 4"/>
            <p:cNvSpPr/>
            <p:nvPr/>
          </p:nvSpPr>
          <p:spPr>
            <a:xfrm>
              <a:off x="1229650" y="3176946"/>
              <a:ext cx="9720000" cy="0"/>
            </a:xfrm>
            <a:prstGeom prst="line">
              <a:avLst/>
            </a:prstGeom>
            <a:ln w="12700">
              <a:solidFill>
                <a:srgbClr val="2F2F2F">
                  <a:alpha val="100000"/>
                </a:srgbClr>
              </a:solidFill>
              <a:prstDash val="solid"/>
              <a:headEnd type="none"/>
              <a:tailEnd type="none"/>
            </a:ln>
          </p:spPr>
        </p:sp>
        <p:sp>
          <p:nvSpPr>
            <p:cNvPr id="5" name="AutoShape 5"/>
            <p:cNvSpPr/>
            <p:nvPr/>
          </p:nvSpPr>
          <p:spPr>
            <a:xfrm>
              <a:off x="1229650" y="4162663"/>
              <a:ext cx="9720000" cy="0"/>
            </a:xfrm>
            <a:prstGeom prst="line">
              <a:avLst/>
            </a:prstGeom>
            <a:ln w="12700">
              <a:solidFill>
                <a:srgbClr val="2F2F2F">
                  <a:alpha val="100000"/>
                </a:srgbClr>
              </a:solidFill>
              <a:prstDash val="solid"/>
              <a:headEnd type="none"/>
              <a:tailEnd type="none"/>
            </a:ln>
          </p:spPr>
        </p:sp>
        <p:sp>
          <p:nvSpPr>
            <p:cNvPr id="6" name="AutoShape 6"/>
            <p:cNvSpPr/>
            <p:nvPr/>
          </p:nvSpPr>
          <p:spPr>
            <a:xfrm>
              <a:off x="1229650" y="5148380"/>
              <a:ext cx="9720000" cy="0"/>
            </a:xfrm>
            <a:prstGeom prst="line">
              <a:avLst/>
            </a:prstGeom>
            <a:ln w="12700">
              <a:solidFill>
                <a:srgbClr val="2F2F2F">
                  <a:alpha val="100000"/>
                </a:srgbClr>
              </a:solidFill>
              <a:prstDash val="solid"/>
              <a:headEnd type="none"/>
              <a:tailEnd type="none"/>
            </a:ln>
          </p:spPr>
        </p:sp>
        <p:sp>
          <p:nvSpPr>
            <p:cNvPr id="7" name="AutoShape 7"/>
            <p:cNvSpPr/>
            <p:nvPr/>
          </p:nvSpPr>
          <p:spPr>
            <a:xfrm>
              <a:off x="1229650" y="6134100"/>
              <a:ext cx="9720000" cy="0"/>
            </a:xfrm>
            <a:prstGeom prst="line">
              <a:avLst/>
            </a:prstGeom>
            <a:ln w="12700">
              <a:solidFill>
                <a:srgbClr val="2F2F2F">
                  <a:alpha val="100000"/>
                </a:srgbClr>
              </a:solidFill>
              <a:prstDash val="solid"/>
              <a:headEnd type="none"/>
              <a:tailEnd type="none"/>
            </a:ln>
          </p:spPr>
        </p:sp>
        <p:sp>
          <p:nvSpPr>
            <p:cNvPr id="8" name="AutoShape 8"/>
            <p:cNvSpPr/>
            <p:nvPr/>
          </p:nvSpPr>
          <p:spPr>
            <a:xfrm>
              <a:off x="1229650" y="1130300"/>
              <a:ext cx="9720000" cy="874103"/>
            </a:xfrm>
            <a:prstGeom prst="rect">
              <a:avLst/>
            </a:prstGeom>
            <a:solidFill>
              <a:srgbClr val="2F2F2F">
                <a:alpha val="10196"/>
              </a:srgbClr>
            </a:solidFill>
            <a:ln>
              <a:prstDash val="solid"/>
              <a:headEnd type="none"/>
              <a:tailEnd type="none"/>
            </a:ln>
          </p:spPr>
        </p:sp>
        <p:sp>
          <p:nvSpPr>
            <p:cNvPr id="9" name="TextBox 9"/>
            <p:cNvSpPr txBox="1"/>
            <p:nvPr/>
          </p:nvSpPr>
          <p:spPr>
            <a:xfrm>
              <a:off x="1377950" y="1207351"/>
              <a:ext cx="9423400" cy="720000"/>
            </a:xfrm>
            <a:prstGeom prst="rect">
              <a:avLst/>
            </a:prstGeom>
            <a:ln>
              <a:headEnd type="none"/>
              <a:tailEnd type="none"/>
            </a:ln>
          </p:spPr>
          <p:txBody>
            <a:bodyPr vert="horz" wrap="square" lIns="91440" tIns="45720" rIns="91440" bIns="45720" rtlCol="0" anchor="ctr" anchorCtr="0"/>
            <a:lstStyle/>
            <a:p>
              <a:pPr algn="ctr">
                <a:defRPr/>
              </a:pPr>
              <a:r>
                <a:rPr lang="en-US" sz="2400" b="1" i="0">
                  <a:ln/>
                  <a:solidFill>
                    <a:srgbClr val="2F2F2F">
                      <a:alpha val="100000"/>
                    </a:srgbClr>
                  </a:solidFill>
                  <a:latin typeface="微软雅黑"/>
                  <a:ea typeface="微软雅黑"/>
                  <a:cs typeface="微软雅黑"/>
                </a:rPr>
                <a:t>认识KELI系统的基本信息与应用领域</a:t>
              </a:r>
              <a:endParaRPr lang="en-US" sz="1100"/>
            </a:p>
          </p:txBody>
        </p:sp>
        <p:grpSp>
          <p:nvGrpSpPr>
            <p:cNvPr id="10" name="Group 10"/>
            <p:cNvGrpSpPr/>
            <p:nvPr/>
          </p:nvGrpSpPr>
          <p:grpSpPr>
            <a:xfrm>
              <a:off x="1229650" y="2286184"/>
              <a:ext cx="9720000" cy="795804"/>
              <a:chOff x="1906307" y="2093167"/>
              <a:chExt cx="9720000" cy="748930"/>
            </a:xfrm>
          </p:grpSpPr>
          <p:sp>
            <p:nvSpPr>
              <p:cNvPr id="11" name="TextBox 11"/>
              <p:cNvSpPr txBox="1"/>
              <p:nvPr/>
            </p:nvSpPr>
            <p:spPr>
              <a:xfrm>
                <a:off x="1906307" y="2179636"/>
                <a:ext cx="612000" cy="576000"/>
              </a:xfrm>
              <a:prstGeom prst="rect">
                <a:avLst/>
              </a:prstGeom>
              <a:solidFill>
                <a:srgbClr val="2F2F2F">
                  <a:alpha val="100000"/>
                </a:srgbClr>
              </a:solidFill>
              <a:ln>
                <a:prstDash val="solid"/>
                <a:headEnd type="none"/>
                <a:tailEnd type="none"/>
              </a:ln>
            </p:spPr>
            <p:txBody>
              <a:bodyPr vert="horz" wrap="none" lIns="91440" tIns="45720" rIns="91440" bIns="45720" rtlCol="0" anchor="ctr" anchorCtr="0"/>
              <a:lstStyle/>
              <a:p>
                <a:pPr algn="ctr">
                  <a:defRPr/>
                </a:pPr>
                <a:r>
                  <a:rPr lang="en-US" sz="1800" b="1" i="0">
                    <a:ln/>
                    <a:solidFill>
                      <a:srgbClr val="FFFFFF">
                        <a:alpha val="100000"/>
                      </a:srgbClr>
                    </a:solidFill>
                    <a:latin typeface="Arial"/>
                    <a:ea typeface="Arial"/>
                    <a:cs typeface="Arial"/>
                  </a:rPr>
                  <a:t>01</a:t>
                </a:r>
                <a:endParaRPr lang="en-US" sz="1100"/>
              </a:p>
            </p:txBody>
          </p:sp>
          <p:sp>
            <p:nvSpPr>
              <p:cNvPr id="12" name="TextBox 12"/>
              <p:cNvSpPr txBox="1"/>
              <p:nvPr/>
            </p:nvSpPr>
            <p:spPr>
              <a:xfrm>
                <a:off x="5651074" y="2093167"/>
                <a:ext cx="5975233" cy="748930"/>
              </a:xfrm>
              <a:prstGeom prst="rect">
                <a:avLst/>
              </a:prstGeom>
              <a:ln>
                <a:headEnd type="none"/>
                <a:tailEnd type="none"/>
              </a:ln>
            </p:spPr>
            <p:txBody>
              <a:bodyPr vert="horz" wrap="square" lIns="90000" tIns="46800" rIns="90000" bIns="46800" rtlCol="0" anchor="ctr" anchorCtr="0"/>
              <a:lstStyle/>
              <a:p>
                <a:pPr algn="l">
                  <a:lnSpc>
                    <a:spcPct val="120000"/>
                  </a:lnSpc>
                  <a:defRPr/>
                </a:pPr>
                <a:r>
                  <a:rPr lang="en-US" sz="1200" b="0" i="0">
                    <a:ln/>
                    <a:solidFill>
                      <a:srgbClr val="2F2F2F">
                        <a:alpha val="100000"/>
                      </a:srgbClr>
                    </a:solidFill>
                    <a:latin typeface="Arial"/>
                    <a:ea typeface="Arial"/>
                    <a:cs typeface="Arial"/>
                  </a:rPr>
                  <a:t>KELI系统通常指代Kali Linux，这是一款基于Debian的Linux发行版，专为数字取证和渗透测试设计。</a:t>
                </a:r>
                <a:endParaRPr lang="en-US" sz="1100"/>
              </a:p>
            </p:txBody>
          </p:sp>
          <p:sp>
            <p:nvSpPr>
              <p:cNvPr id="13" name="TextBox 13"/>
              <p:cNvSpPr txBox="1"/>
              <p:nvPr/>
            </p:nvSpPr>
            <p:spPr>
              <a:xfrm>
                <a:off x="2626494" y="2093167"/>
                <a:ext cx="2880000" cy="748930"/>
              </a:xfrm>
              <a:prstGeom prst="rect">
                <a:avLst/>
              </a:prstGeom>
              <a:ln>
                <a:headEnd type="none"/>
                <a:tailEnd type="none"/>
              </a:ln>
            </p:spPr>
            <p:txBody>
              <a:bodyPr vert="horz" wrap="square" lIns="91440" tIns="45720" rIns="91440" bIns="45720" rtlCol="0" anchor="ctr" anchorCtr="0"/>
              <a:lstStyle/>
              <a:p>
                <a:pPr algn="l">
                  <a:spcBef>
                    <a:spcPts val="0"/>
                  </a:spcBef>
                  <a:defRPr/>
                </a:pPr>
                <a:r>
                  <a:rPr lang="en-US" sz="1800" b="1" i="0">
                    <a:ln/>
                    <a:solidFill>
                      <a:srgbClr val="2F2F2F">
                        <a:alpha val="100000"/>
                      </a:srgbClr>
                    </a:solidFill>
                    <a:latin typeface="微软雅黑"/>
                    <a:ea typeface="微软雅黑"/>
                    <a:cs typeface="微软雅黑"/>
                  </a:rPr>
                  <a:t>系统定义</a:t>
                </a:r>
                <a:endParaRPr lang="en-US" sz="1100"/>
              </a:p>
            </p:txBody>
          </p:sp>
        </p:grpSp>
        <p:grpSp>
          <p:nvGrpSpPr>
            <p:cNvPr id="14" name="Group 14"/>
            <p:cNvGrpSpPr/>
            <p:nvPr/>
          </p:nvGrpSpPr>
          <p:grpSpPr>
            <a:xfrm>
              <a:off x="1229650" y="3271894"/>
              <a:ext cx="9720000" cy="795804"/>
              <a:chOff x="1906307" y="3096525"/>
              <a:chExt cx="9720000" cy="748930"/>
            </a:xfrm>
          </p:grpSpPr>
          <p:sp>
            <p:nvSpPr>
              <p:cNvPr id="15" name="TextBox 15"/>
              <p:cNvSpPr txBox="1"/>
              <p:nvPr/>
            </p:nvSpPr>
            <p:spPr>
              <a:xfrm>
                <a:off x="1906307" y="3183001"/>
                <a:ext cx="612000" cy="576000"/>
              </a:xfrm>
              <a:prstGeom prst="rect">
                <a:avLst/>
              </a:prstGeom>
              <a:solidFill>
                <a:srgbClr val="2F2F2F">
                  <a:alpha val="100000"/>
                </a:srgbClr>
              </a:solidFill>
              <a:ln>
                <a:prstDash val="solid"/>
                <a:headEnd type="none"/>
                <a:tailEnd type="none"/>
              </a:ln>
            </p:spPr>
            <p:txBody>
              <a:bodyPr vert="horz" wrap="none" lIns="91440" tIns="45720" rIns="91440" bIns="45720" rtlCol="0" anchor="ctr" anchorCtr="0"/>
              <a:lstStyle/>
              <a:p>
                <a:pPr algn="ctr">
                  <a:defRPr/>
                </a:pPr>
                <a:r>
                  <a:rPr lang="en-US" sz="1800" b="1" i="0">
                    <a:ln/>
                    <a:solidFill>
                      <a:srgbClr val="FFFFFF">
                        <a:alpha val="100000"/>
                      </a:srgbClr>
                    </a:solidFill>
                    <a:latin typeface="Arial"/>
                    <a:ea typeface="Arial"/>
                    <a:cs typeface="Arial"/>
                  </a:rPr>
                  <a:t>02</a:t>
                </a:r>
                <a:endParaRPr lang="en-US" sz="1100"/>
              </a:p>
            </p:txBody>
          </p:sp>
          <p:sp>
            <p:nvSpPr>
              <p:cNvPr id="16" name="TextBox 16"/>
              <p:cNvSpPr txBox="1"/>
              <p:nvPr/>
            </p:nvSpPr>
            <p:spPr>
              <a:xfrm>
                <a:off x="5651074" y="3096527"/>
                <a:ext cx="5975233" cy="748928"/>
              </a:xfrm>
              <a:prstGeom prst="rect">
                <a:avLst/>
              </a:prstGeom>
              <a:ln>
                <a:headEnd type="none"/>
                <a:tailEnd type="none"/>
              </a:ln>
            </p:spPr>
            <p:txBody>
              <a:bodyPr vert="horz" wrap="square" lIns="90000" tIns="46800" rIns="90000" bIns="46800" rtlCol="0" anchor="ctr" anchorCtr="0"/>
              <a:lstStyle/>
              <a:p>
                <a:pPr algn="l">
                  <a:lnSpc>
                    <a:spcPct val="120000"/>
                  </a:lnSpc>
                  <a:defRPr/>
                </a:pPr>
                <a:r>
                  <a:rPr lang="en-US" sz="1200" b="0" i="0">
                    <a:ln/>
                    <a:solidFill>
                      <a:srgbClr val="2F2F2F">
                        <a:alpha val="100000"/>
                      </a:srgbClr>
                    </a:solidFill>
                    <a:latin typeface="微软雅黑"/>
                    <a:ea typeface="微软雅黑"/>
                    <a:cs typeface="微软雅黑"/>
                  </a:rPr>
                  <a:t>该系统由Offensive Security Ltd维护，旨在为网络安全专业人士和爱好者提供一个功能强大的渗透测试平台。</a:t>
                </a:r>
                <a:endParaRPr lang="en-US" sz="1100"/>
              </a:p>
            </p:txBody>
          </p:sp>
          <p:sp>
            <p:nvSpPr>
              <p:cNvPr id="17" name="TextBox 17"/>
              <p:cNvSpPr txBox="1"/>
              <p:nvPr/>
            </p:nvSpPr>
            <p:spPr>
              <a:xfrm>
                <a:off x="2626494" y="3096525"/>
                <a:ext cx="2880000" cy="748928"/>
              </a:xfrm>
              <a:prstGeom prst="rect">
                <a:avLst/>
              </a:prstGeom>
              <a:ln>
                <a:headEnd type="none"/>
                <a:tailEnd type="none"/>
              </a:ln>
            </p:spPr>
            <p:txBody>
              <a:bodyPr vert="horz" wrap="square" lIns="91440" tIns="45720" rIns="91440" bIns="45720" rtlCol="0" anchor="ctr" anchorCtr="0"/>
              <a:lstStyle/>
              <a:p>
                <a:pPr algn="l">
                  <a:spcBef>
                    <a:spcPts val="0"/>
                  </a:spcBef>
                  <a:defRPr/>
                </a:pPr>
                <a:r>
                  <a:rPr lang="en-US" sz="1800" b="1" i="0">
                    <a:ln/>
                    <a:solidFill>
                      <a:srgbClr val="2F2F2F">
                        <a:alpha val="100000"/>
                      </a:srgbClr>
                    </a:solidFill>
                    <a:latin typeface="微软雅黑"/>
                    <a:ea typeface="微软雅黑"/>
                    <a:cs typeface="微软雅黑"/>
                  </a:rPr>
                  <a:t>设计用途</a:t>
                </a:r>
                <a:endParaRPr lang="en-US" sz="1100"/>
              </a:p>
            </p:txBody>
          </p:sp>
        </p:grpSp>
        <p:grpSp>
          <p:nvGrpSpPr>
            <p:cNvPr id="18" name="Group 18"/>
            <p:cNvGrpSpPr/>
            <p:nvPr/>
          </p:nvGrpSpPr>
          <p:grpSpPr>
            <a:xfrm>
              <a:off x="1229650" y="4257616"/>
              <a:ext cx="9720000" cy="795803"/>
              <a:chOff x="1906307" y="4099894"/>
              <a:chExt cx="9720000" cy="748929"/>
            </a:xfrm>
          </p:grpSpPr>
          <p:sp>
            <p:nvSpPr>
              <p:cNvPr id="19" name="TextBox 19"/>
              <p:cNvSpPr txBox="1"/>
              <p:nvPr/>
            </p:nvSpPr>
            <p:spPr>
              <a:xfrm>
                <a:off x="1906307" y="4186366"/>
                <a:ext cx="612000" cy="576000"/>
              </a:xfrm>
              <a:prstGeom prst="rect">
                <a:avLst/>
              </a:prstGeom>
              <a:solidFill>
                <a:srgbClr val="2F2F2F">
                  <a:alpha val="100000"/>
                </a:srgbClr>
              </a:solidFill>
              <a:ln>
                <a:prstDash val="solid"/>
                <a:headEnd type="none"/>
                <a:tailEnd type="none"/>
              </a:ln>
            </p:spPr>
            <p:txBody>
              <a:bodyPr vert="horz" wrap="none" lIns="91440" tIns="45720" rIns="91440" bIns="45720" rtlCol="0" anchor="ctr" anchorCtr="0"/>
              <a:lstStyle/>
              <a:p>
                <a:pPr algn="ctr">
                  <a:defRPr/>
                </a:pPr>
                <a:r>
                  <a:rPr lang="en-US" sz="1800" b="1" i="0">
                    <a:ln/>
                    <a:solidFill>
                      <a:srgbClr val="FFFFFF">
                        <a:alpha val="100000"/>
                      </a:srgbClr>
                    </a:solidFill>
                    <a:latin typeface="Arial"/>
                    <a:ea typeface="Arial"/>
                    <a:cs typeface="Arial"/>
                  </a:rPr>
                  <a:t>03</a:t>
                </a:r>
                <a:endParaRPr lang="en-US" sz="1100"/>
              </a:p>
            </p:txBody>
          </p:sp>
          <p:sp>
            <p:nvSpPr>
              <p:cNvPr id="20" name="TextBox 20"/>
              <p:cNvSpPr txBox="1"/>
              <p:nvPr/>
            </p:nvSpPr>
            <p:spPr>
              <a:xfrm>
                <a:off x="5651074" y="4099895"/>
                <a:ext cx="5975233" cy="748928"/>
              </a:xfrm>
              <a:prstGeom prst="rect">
                <a:avLst/>
              </a:prstGeom>
              <a:ln>
                <a:headEnd type="none"/>
                <a:tailEnd type="none"/>
              </a:ln>
            </p:spPr>
            <p:txBody>
              <a:bodyPr vert="horz" wrap="square" lIns="90000" tIns="46800" rIns="90000" bIns="46800" rtlCol="0" anchor="ctr" anchorCtr="0"/>
              <a:lstStyle/>
              <a:p>
                <a:pPr algn="l">
                  <a:lnSpc>
                    <a:spcPct val="120000"/>
                  </a:lnSpc>
                  <a:defRPr/>
                </a:pPr>
                <a:r>
                  <a:rPr lang="en-US" sz="1200" b="0" i="0">
                    <a:ln/>
                    <a:solidFill>
                      <a:srgbClr val="2F2F2F">
                        <a:alpha val="100000"/>
                      </a:srgbClr>
                    </a:solidFill>
                    <a:latin typeface="Arial"/>
                    <a:ea typeface="Arial"/>
                    <a:cs typeface="Arial"/>
                  </a:rPr>
                  <a:t>Kali Linux是通过重写其前身BackTrack而来，继承并优化了其用于取证的Linux发行版特性。</a:t>
                </a:r>
                <a:endParaRPr lang="en-US" sz="1100"/>
              </a:p>
            </p:txBody>
          </p:sp>
          <p:sp>
            <p:nvSpPr>
              <p:cNvPr id="21" name="TextBox 21"/>
              <p:cNvSpPr txBox="1"/>
              <p:nvPr/>
            </p:nvSpPr>
            <p:spPr>
              <a:xfrm>
                <a:off x="2626494" y="4099894"/>
                <a:ext cx="2880000" cy="748928"/>
              </a:xfrm>
              <a:prstGeom prst="rect">
                <a:avLst/>
              </a:prstGeom>
              <a:ln>
                <a:headEnd type="none"/>
                <a:tailEnd type="none"/>
              </a:ln>
            </p:spPr>
            <p:txBody>
              <a:bodyPr vert="horz" wrap="square" lIns="91440" tIns="45720" rIns="91440" bIns="45720" rtlCol="0" anchor="ctr" anchorCtr="0"/>
              <a:lstStyle/>
              <a:p>
                <a:pPr algn="l">
                  <a:spcBef>
                    <a:spcPts val="0"/>
                  </a:spcBef>
                  <a:defRPr/>
                </a:pPr>
                <a:r>
                  <a:rPr lang="en-US" sz="1800" b="1" i="0">
                    <a:ln/>
                    <a:solidFill>
                      <a:srgbClr val="2F2F2F">
                        <a:alpha val="100000"/>
                      </a:srgbClr>
                    </a:solidFill>
                    <a:latin typeface="微软雅黑"/>
                    <a:ea typeface="微软雅黑"/>
                    <a:cs typeface="微软雅黑"/>
                  </a:rPr>
                  <a:t>前身演变</a:t>
                </a:r>
                <a:endParaRPr lang="en-US" sz="1100"/>
              </a:p>
            </p:txBody>
          </p:sp>
        </p:grpSp>
        <p:grpSp>
          <p:nvGrpSpPr>
            <p:cNvPr id="22" name="Group 22"/>
            <p:cNvGrpSpPr/>
            <p:nvPr/>
          </p:nvGrpSpPr>
          <p:grpSpPr>
            <a:xfrm>
              <a:off x="1229650" y="5243333"/>
              <a:ext cx="9720000" cy="795803"/>
              <a:chOff x="1906307" y="4099894"/>
              <a:chExt cx="9720000" cy="748929"/>
            </a:xfrm>
          </p:grpSpPr>
          <p:sp>
            <p:nvSpPr>
              <p:cNvPr id="23" name="TextBox 23"/>
              <p:cNvSpPr txBox="1"/>
              <p:nvPr/>
            </p:nvSpPr>
            <p:spPr>
              <a:xfrm>
                <a:off x="1906307" y="4186366"/>
                <a:ext cx="612000" cy="576000"/>
              </a:xfrm>
              <a:prstGeom prst="rect">
                <a:avLst/>
              </a:prstGeom>
              <a:solidFill>
                <a:srgbClr val="2F2F2F">
                  <a:alpha val="100000"/>
                </a:srgbClr>
              </a:solidFill>
              <a:ln>
                <a:prstDash val="solid"/>
                <a:headEnd type="none"/>
                <a:tailEnd type="none"/>
              </a:ln>
            </p:spPr>
            <p:txBody>
              <a:bodyPr vert="horz" wrap="none" lIns="91440" tIns="45720" rIns="91440" bIns="45720" rtlCol="0" anchor="ctr" anchorCtr="0"/>
              <a:lstStyle/>
              <a:p>
                <a:pPr algn="ctr">
                  <a:defRPr/>
                </a:pPr>
                <a:r>
                  <a:rPr lang="en-US" sz="1800" b="1" i="0">
                    <a:ln/>
                    <a:solidFill>
                      <a:srgbClr val="FFFFFF">
                        <a:alpha val="100000"/>
                      </a:srgbClr>
                    </a:solidFill>
                    <a:latin typeface="Arial"/>
                    <a:ea typeface="Arial"/>
                    <a:cs typeface="Arial"/>
                  </a:rPr>
                  <a:t>04</a:t>
                </a:r>
                <a:endParaRPr lang="en-US" sz="1100"/>
              </a:p>
            </p:txBody>
          </p:sp>
          <p:sp>
            <p:nvSpPr>
              <p:cNvPr id="24" name="TextBox 24"/>
              <p:cNvSpPr txBox="1"/>
              <p:nvPr/>
            </p:nvSpPr>
            <p:spPr>
              <a:xfrm>
                <a:off x="5651074" y="4099895"/>
                <a:ext cx="5975233" cy="748928"/>
              </a:xfrm>
              <a:prstGeom prst="rect">
                <a:avLst/>
              </a:prstGeom>
              <a:ln>
                <a:headEnd type="none"/>
                <a:tailEnd type="none"/>
              </a:ln>
            </p:spPr>
            <p:txBody>
              <a:bodyPr vert="horz" wrap="square" lIns="90000" tIns="46800" rIns="90000" bIns="46800" rtlCol="0" anchor="ctr" anchorCtr="0"/>
              <a:lstStyle/>
              <a:p>
                <a:pPr algn="l">
                  <a:lnSpc>
                    <a:spcPct val="120000"/>
                  </a:lnSpc>
                  <a:defRPr/>
                </a:pPr>
                <a:r>
                  <a:rPr lang="en-US" sz="1200" b="0" i="0">
                    <a:ln/>
                    <a:solidFill>
                      <a:srgbClr val="2F2F2F">
                        <a:alpha val="100000"/>
                      </a:srgbClr>
                    </a:solidFill>
                    <a:latin typeface="微软雅黑"/>
                    <a:ea typeface="微软雅黑"/>
                    <a:cs typeface="微软雅黑"/>
                  </a:rPr>
                  <a:t>广泛应用于网络安全评估、漏洞分析、逆向工程和合法的渗透攻击测试等场景。</a:t>
                </a:r>
                <a:endParaRPr lang="en-US" sz="1100"/>
              </a:p>
            </p:txBody>
          </p:sp>
          <p:sp>
            <p:nvSpPr>
              <p:cNvPr id="25" name="TextBox 25"/>
              <p:cNvSpPr txBox="1"/>
              <p:nvPr/>
            </p:nvSpPr>
            <p:spPr>
              <a:xfrm>
                <a:off x="2626494" y="4099894"/>
                <a:ext cx="2880000" cy="748928"/>
              </a:xfrm>
              <a:prstGeom prst="rect">
                <a:avLst/>
              </a:prstGeom>
              <a:ln>
                <a:headEnd type="none"/>
                <a:tailEnd type="none"/>
              </a:ln>
            </p:spPr>
            <p:txBody>
              <a:bodyPr vert="horz" wrap="square" lIns="91440" tIns="45720" rIns="91440" bIns="45720" rtlCol="0" anchor="ctr" anchorCtr="0"/>
              <a:lstStyle/>
              <a:p>
                <a:pPr algn="l">
                  <a:spcBef>
                    <a:spcPts val="0"/>
                  </a:spcBef>
                  <a:defRPr/>
                </a:pPr>
                <a:r>
                  <a:rPr lang="en-US" sz="1800" b="1" i="0">
                    <a:ln/>
                    <a:solidFill>
                      <a:srgbClr val="2F2F2F">
                        <a:alpha val="100000"/>
                      </a:srgbClr>
                    </a:solidFill>
                    <a:latin typeface="微软雅黑"/>
                    <a:ea typeface="微软雅黑"/>
                    <a:cs typeface="微软雅黑"/>
                  </a:rPr>
                  <a:t>应用场景</a:t>
                </a:r>
                <a:endParaRPr lang="en-US" sz="1100"/>
              </a:p>
            </p:txBody>
          </p:sp>
        </p:grpSp>
      </p:grpSp>
      <p:sp>
        <p:nvSpPr>
          <p:cNvPr id="26" name="TextBox 26"/>
          <p:cNvSpPr txBox="1"/>
          <p:nvPr/>
        </p:nvSpPr>
        <p:spPr>
          <a:xfrm>
            <a:off x="660400" y="128587"/>
            <a:ext cx="10858500" cy="900112"/>
          </a:xfrm>
          <a:prstGeom prst="rect">
            <a:avLst/>
          </a:prstGeom>
          <a:ln>
            <a:headEnd type="none"/>
            <a:tailEnd type="none"/>
          </a:ln>
        </p:spPr>
        <p:txBody>
          <a:bodyPr vert="horz" wrap="square" lIns="91440" tIns="45720" rIns="91440" bIns="45720" rtlCol="0" anchor="b" anchorCtr="0"/>
          <a:lstStyle/>
          <a:p>
            <a:pPr algn="l">
              <a:lnSpc>
                <a:spcPct val="100000"/>
              </a:lnSpc>
              <a:spcBef>
                <a:spcPts val="0"/>
              </a:spcBef>
              <a:defRPr/>
            </a:pPr>
            <a:r>
              <a:rPr lang="en-US" sz="2800" b="1" i="0">
                <a:ln/>
                <a:solidFill>
                  <a:srgbClr val="2F2F2F">
                    <a:alpha val="100000"/>
                  </a:srgbClr>
                </a:solidFill>
                <a:latin typeface="Arial"/>
                <a:ea typeface="Arial"/>
                <a:cs typeface="Arial"/>
              </a:rPr>
              <a:t>KELI系统概述</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a03f48e7-0723-4a8d-a37e-f3cabb1d731f"/>
          <p:cNvGrpSpPr/>
          <p:nvPr/>
        </p:nvGrpSpPr>
        <p:grpSpPr>
          <a:xfrm>
            <a:off x="660399" y="1130300"/>
            <a:ext cx="10858501" cy="4899927"/>
            <a:chOff x="660399" y="1130300"/>
            <a:chExt cx="10858501" cy="4899927"/>
          </a:xfrm>
        </p:grpSpPr>
        <p:grpSp>
          <p:nvGrpSpPr>
            <p:cNvPr id="3" name="Group 3"/>
            <p:cNvGrpSpPr/>
            <p:nvPr/>
          </p:nvGrpSpPr>
          <p:grpSpPr>
            <a:xfrm>
              <a:off x="660400" y="1953928"/>
              <a:ext cx="3484528" cy="4076299"/>
              <a:chOff x="660400" y="1953928"/>
              <a:chExt cx="3484528" cy="4076299"/>
            </a:xfrm>
          </p:grpSpPr>
          <p:sp>
            <p:nvSpPr>
              <p:cNvPr id="4" name="AutoShape 4"/>
              <p:cNvSpPr/>
              <p:nvPr/>
            </p:nvSpPr>
            <p:spPr>
              <a:xfrm>
                <a:off x="660400" y="1953928"/>
                <a:ext cx="3484528" cy="4076299"/>
              </a:xfrm>
              <a:prstGeom prst="roundRect">
                <a:avLst>
                  <a:gd name="adj" fmla="val 6600"/>
                </a:avLst>
              </a:prstGeom>
              <a:solidFill>
                <a:srgbClr val="0F3EE2">
                  <a:alpha val="100000"/>
                </a:srgbClr>
              </a:solidFill>
              <a:ln>
                <a:prstDash val="solid"/>
                <a:headEnd type="none"/>
                <a:tailEnd type="none"/>
              </a:ln>
            </p:spPr>
          </p:sp>
          <p:grpSp>
            <p:nvGrpSpPr>
              <p:cNvPr id="5" name="Group 5"/>
              <p:cNvGrpSpPr/>
              <p:nvPr/>
            </p:nvGrpSpPr>
            <p:grpSpPr>
              <a:xfrm>
                <a:off x="760419" y="2077307"/>
                <a:ext cx="3284491" cy="3829540"/>
                <a:chOff x="760419" y="2027433"/>
                <a:chExt cx="3284491" cy="3829540"/>
              </a:xfrm>
            </p:grpSpPr>
            <p:sp>
              <p:nvSpPr>
                <p:cNvPr id="6" name="TextBox 6"/>
                <p:cNvSpPr txBox="1"/>
                <p:nvPr/>
              </p:nvSpPr>
              <p:spPr>
                <a:xfrm>
                  <a:off x="760419" y="2733820"/>
                  <a:ext cx="3284491" cy="768813"/>
                </a:xfrm>
                <a:prstGeom prst="rect">
                  <a:avLst/>
                </a:prstGeom>
                <a:ln>
                  <a:prstDash val="solid"/>
                  <a:headEnd type="none"/>
                  <a:tailEnd type="none"/>
                </a:ln>
              </p:spPr>
              <p:txBody>
                <a:bodyPr vert="horz" wrap="square" lIns="91440" tIns="45720" rIns="91440" bIns="45720" rtlCol="0" anchor="b" anchorCtr="0"/>
                <a:lstStyle/>
                <a:p>
                  <a:pPr algn="l">
                    <a:lnSpc>
                      <a:spcPct val="120000"/>
                    </a:lnSpc>
                    <a:defRPr/>
                  </a:pPr>
                  <a:r>
                    <a:rPr lang="en-US" sz="1800" b="1" i="0">
                      <a:ln/>
                      <a:solidFill>
                        <a:srgbClr val="FFFFFF">
                          <a:alpha val="100000"/>
                        </a:srgbClr>
                      </a:solidFill>
                      <a:latin typeface="微软雅黑"/>
                      <a:ea typeface="微软雅黑"/>
                      <a:cs typeface="微软雅黑"/>
                    </a:rPr>
                    <a:t>渗透测试工具</a:t>
                  </a:r>
                  <a:endParaRPr lang="en-US" sz="1100"/>
                </a:p>
              </p:txBody>
            </p:sp>
            <p:sp>
              <p:nvSpPr>
                <p:cNvPr id="7" name="TextBox 7"/>
                <p:cNvSpPr txBox="1"/>
                <p:nvPr/>
              </p:nvSpPr>
              <p:spPr>
                <a:xfrm>
                  <a:off x="760419" y="3502633"/>
                  <a:ext cx="3284491" cy="2354340"/>
                </a:xfrm>
                <a:prstGeom prst="rect">
                  <a:avLst/>
                </a:prstGeom>
                <a:ln>
                  <a:prstDash val="solid"/>
                  <a:headEnd type="none"/>
                  <a:tailEnd type="none"/>
                </a:ln>
              </p:spPr>
              <p:txBody>
                <a:bodyPr vert="horz" wrap="square" lIns="91440" tIns="45720" rIns="91440" bIns="45720" rtlCol="0" anchor="t" anchorCtr="0"/>
                <a:lstStyle/>
                <a:p>
                  <a:pPr algn="l">
                    <a:lnSpc>
                      <a:spcPct val="120000"/>
                    </a:lnSpc>
                    <a:defRPr/>
                  </a:pPr>
                  <a:r>
                    <a:rPr lang="en-US" sz="1200" b="0" i="0">
                      <a:ln/>
                      <a:solidFill>
                        <a:srgbClr val="FFFFFF">
                          <a:alpha val="100000"/>
                        </a:srgbClr>
                      </a:solidFill>
                      <a:latin typeface="微软雅黑"/>
                      <a:ea typeface="微软雅黑"/>
                      <a:cs typeface="微软雅黑"/>
                    </a:rPr>
                    <a:t>系统预装了超过300种渗透测试工具，如nmap、Wireshark、John the Ripper等，覆盖了信息搜集、漏洞利用、密码破解等多个方面。</a:t>
                  </a:r>
                  <a:endParaRPr lang="en-US" sz="1100"/>
                </a:p>
              </p:txBody>
            </p:sp>
            <p:sp>
              <p:nvSpPr>
                <p:cNvPr id="8" name="TextBox 8"/>
                <p:cNvSpPr txBox="1"/>
                <p:nvPr/>
              </p:nvSpPr>
              <p:spPr>
                <a:xfrm>
                  <a:off x="760419" y="2027433"/>
                  <a:ext cx="706387" cy="706387"/>
                </a:xfrm>
                <a:prstGeom prst="rect">
                  <a:avLst/>
                </a:prstGeom>
                <a:ln>
                  <a:prstDash val="solid"/>
                  <a:headEnd type="none"/>
                  <a:tailEnd type="none"/>
                </a:ln>
              </p:spPr>
              <p:txBody>
                <a:bodyPr vert="horz" wrap="none" lIns="91440" tIns="45720" rIns="91440" bIns="45720" rtlCol="0" anchor="ctr" anchorCtr="0"/>
                <a:lstStyle/>
                <a:p>
                  <a:pPr algn="ctr">
                    <a:lnSpc>
                      <a:spcPct val="120000"/>
                    </a:lnSpc>
                    <a:defRPr/>
                  </a:pPr>
                  <a:r>
                    <a:rPr lang="en-US" sz="3600" b="1" i="0">
                      <a:ln/>
                      <a:solidFill>
                        <a:srgbClr val="FFFFFF">
                          <a:alpha val="100000"/>
                        </a:srgbClr>
                      </a:solidFill>
                      <a:latin typeface="Arial"/>
                      <a:ea typeface="Arial"/>
                      <a:cs typeface="Arial"/>
                    </a:rPr>
                    <a:t>01</a:t>
                  </a:r>
                  <a:endParaRPr lang="en-US" sz="1100"/>
                </a:p>
              </p:txBody>
            </p:sp>
          </p:grpSp>
        </p:grpSp>
        <p:grpSp>
          <p:nvGrpSpPr>
            <p:cNvPr id="9" name="Group 9"/>
            <p:cNvGrpSpPr/>
            <p:nvPr/>
          </p:nvGrpSpPr>
          <p:grpSpPr>
            <a:xfrm>
              <a:off x="4347386" y="1953928"/>
              <a:ext cx="3484528" cy="4076299"/>
              <a:chOff x="4283886" y="1953928"/>
              <a:chExt cx="3484528" cy="4076299"/>
            </a:xfrm>
          </p:grpSpPr>
          <p:sp>
            <p:nvSpPr>
              <p:cNvPr id="10" name="AutoShape 10"/>
              <p:cNvSpPr/>
              <p:nvPr/>
            </p:nvSpPr>
            <p:spPr>
              <a:xfrm>
                <a:off x="4283886" y="1953928"/>
                <a:ext cx="3484528" cy="4076299"/>
              </a:xfrm>
              <a:prstGeom prst="roundRect">
                <a:avLst>
                  <a:gd name="adj" fmla="val 6600"/>
                </a:avLst>
              </a:prstGeom>
              <a:solidFill>
                <a:srgbClr val="0F3EE2">
                  <a:alpha val="100000"/>
                </a:srgbClr>
              </a:solidFill>
              <a:ln>
                <a:prstDash val="solid"/>
                <a:headEnd type="none"/>
                <a:tailEnd type="none"/>
              </a:ln>
            </p:spPr>
          </p:sp>
          <p:grpSp>
            <p:nvGrpSpPr>
              <p:cNvPr id="11" name="Group 11"/>
              <p:cNvGrpSpPr/>
              <p:nvPr/>
            </p:nvGrpSpPr>
            <p:grpSpPr>
              <a:xfrm>
                <a:off x="4383905" y="2077307"/>
                <a:ext cx="3284491" cy="3829540"/>
                <a:chOff x="760419" y="2027433"/>
                <a:chExt cx="3284491" cy="3829540"/>
              </a:xfrm>
            </p:grpSpPr>
            <p:sp>
              <p:nvSpPr>
                <p:cNvPr id="12" name="TextBox 12"/>
                <p:cNvSpPr txBox="1"/>
                <p:nvPr/>
              </p:nvSpPr>
              <p:spPr>
                <a:xfrm>
                  <a:off x="760419" y="2733820"/>
                  <a:ext cx="3284491" cy="768813"/>
                </a:xfrm>
                <a:prstGeom prst="rect">
                  <a:avLst/>
                </a:prstGeom>
                <a:ln>
                  <a:prstDash val="solid"/>
                  <a:headEnd type="none"/>
                  <a:tailEnd type="none"/>
                </a:ln>
              </p:spPr>
              <p:txBody>
                <a:bodyPr vert="horz" wrap="square" lIns="91440" tIns="45720" rIns="91440" bIns="45720" rtlCol="0" anchor="b" anchorCtr="0"/>
                <a:lstStyle/>
                <a:p>
                  <a:pPr algn="l">
                    <a:lnSpc>
                      <a:spcPct val="120000"/>
                    </a:lnSpc>
                    <a:defRPr/>
                  </a:pPr>
                  <a:r>
                    <a:rPr lang="en-US" sz="1800" b="1" i="0">
                      <a:ln/>
                      <a:solidFill>
                        <a:srgbClr val="FFFFFF">
                          <a:alpha val="100000"/>
                        </a:srgbClr>
                      </a:solidFill>
                      <a:latin typeface="微软雅黑"/>
                      <a:ea typeface="微软雅黑"/>
                      <a:cs typeface="微软雅黑"/>
                    </a:rPr>
                    <a:t>多平台支持</a:t>
                  </a:r>
                  <a:endParaRPr lang="en-US" sz="1100"/>
                </a:p>
              </p:txBody>
            </p:sp>
            <p:sp>
              <p:nvSpPr>
                <p:cNvPr id="13" name="TextBox 13"/>
                <p:cNvSpPr txBox="1"/>
                <p:nvPr/>
              </p:nvSpPr>
              <p:spPr>
                <a:xfrm>
                  <a:off x="760419" y="3502633"/>
                  <a:ext cx="3284491" cy="2354340"/>
                </a:xfrm>
                <a:prstGeom prst="rect">
                  <a:avLst/>
                </a:prstGeom>
                <a:ln>
                  <a:prstDash val="solid"/>
                  <a:headEnd type="none"/>
                  <a:tailEnd type="none"/>
                </a:ln>
              </p:spPr>
              <p:txBody>
                <a:bodyPr vert="horz" wrap="square" lIns="91440" tIns="45720" rIns="91440" bIns="45720" rtlCol="0" anchor="t" anchorCtr="0"/>
                <a:lstStyle/>
                <a:p>
                  <a:pPr algn="l">
                    <a:lnSpc>
                      <a:spcPct val="120000"/>
                    </a:lnSpc>
                    <a:defRPr/>
                  </a:pPr>
                  <a:r>
                    <a:rPr lang="en-US" sz="1200" b="0" i="0">
                      <a:ln/>
                      <a:solidFill>
                        <a:srgbClr val="FFFFFF">
                          <a:alpha val="100000"/>
                        </a:srgbClr>
                      </a:solidFill>
                      <a:latin typeface="微软雅黑"/>
                      <a:ea typeface="微软雅黑"/>
                      <a:cs typeface="微软雅黑"/>
                    </a:rPr>
                    <a:t>提供32位、64位x86指令集以及ARM架构的镜像，可灵活部署在PC、虚拟机、树莓派等多种设备上。</a:t>
                  </a:r>
                  <a:endParaRPr lang="en-US" sz="1100"/>
                </a:p>
              </p:txBody>
            </p:sp>
            <p:sp>
              <p:nvSpPr>
                <p:cNvPr id="14" name="TextBox 14"/>
                <p:cNvSpPr txBox="1"/>
                <p:nvPr/>
              </p:nvSpPr>
              <p:spPr>
                <a:xfrm>
                  <a:off x="760419" y="2027433"/>
                  <a:ext cx="706387" cy="706387"/>
                </a:xfrm>
                <a:prstGeom prst="rect">
                  <a:avLst/>
                </a:prstGeom>
                <a:ln>
                  <a:prstDash val="solid"/>
                  <a:headEnd type="none"/>
                  <a:tailEnd type="none"/>
                </a:ln>
              </p:spPr>
              <p:txBody>
                <a:bodyPr vert="horz" wrap="none" lIns="91440" tIns="45720" rIns="91440" bIns="45720" rtlCol="0" anchor="ctr" anchorCtr="0"/>
                <a:lstStyle/>
                <a:p>
                  <a:pPr algn="ctr">
                    <a:lnSpc>
                      <a:spcPct val="120000"/>
                    </a:lnSpc>
                    <a:defRPr/>
                  </a:pPr>
                  <a:r>
                    <a:rPr lang="en-US" sz="3600" b="1" i="0">
                      <a:ln/>
                      <a:solidFill>
                        <a:srgbClr val="FFFFFF">
                          <a:alpha val="100000"/>
                        </a:srgbClr>
                      </a:solidFill>
                      <a:latin typeface="Arial"/>
                      <a:ea typeface="Arial"/>
                      <a:cs typeface="Arial"/>
                    </a:rPr>
                    <a:t>02</a:t>
                  </a:r>
                  <a:endParaRPr lang="en-US" sz="1100"/>
                </a:p>
              </p:txBody>
            </p:sp>
          </p:grpSp>
        </p:grpSp>
        <p:grpSp>
          <p:nvGrpSpPr>
            <p:cNvPr id="15" name="Group 15"/>
            <p:cNvGrpSpPr/>
            <p:nvPr/>
          </p:nvGrpSpPr>
          <p:grpSpPr>
            <a:xfrm>
              <a:off x="8034372" y="1953928"/>
              <a:ext cx="3484528" cy="4076299"/>
              <a:chOff x="7907372" y="1953928"/>
              <a:chExt cx="3484528" cy="4076299"/>
            </a:xfrm>
          </p:grpSpPr>
          <p:sp>
            <p:nvSpPr>
              <p:cNvPr id="16" name="AutoShape 16"/>
              <p:cNvSpPr/>
              <p:nvPr/>
            </p:nvSpPr>
            <p:spPr>
              <a:xfrm>
                <a:off x="7907372" y="1953928"/>
                <a:ext cx="3484528" cy="4076299"/>
              </a:xfrm>
              <a:prstGeom prst="roundRect">
                <a:avLst>
                  <a:gd name="adj" fmla="val 6600"/>
                </a:avLst>
              </a:prstGeom>
              <a:solidFill>
                <a:srgbClr val="0F3EE2">
                  <a:alpha val="100000"/>
                </a:srgbClr>
              </a:solidFill>
              <a:ln>
                <a:prstDash val="solid"/>
                <a:headEnd type="none"/>
                <a:tailEnd type="none"/>
              </a:ln>
            </p:spPr>
          </p:sp>
          <p:grpSp>
            <p:nvGrpSpPr>
              <p:cNvPr id="17" name="Group 17"/>
              <p:cNvGrpSpPr/>
              <p:nvPr/>
            </p:nvGrpSpPr>
            <p:grpSpPr>
              <a:xfrm>
                <a:off x="8007391" y="2077307"/>
                <a:ext cx="3284491" cy="3829540"/>
                <a:chOff x="760419" y="2027433"/>
                <a:chExt cx="3284491" cy="3829540"/>
              </a:xfrm>
            </p:grpSpPr>
            <p:sp>
              <p:nvSpPr>
                <p:cNvPr id="18" name="TextBox 18"/>
                <p:cNvSpPr txBox="1"/>
                <p:nvPr/>
              </p:nvSpPr>
              <p:spPr>
                <a:xfrm>
                  <a:off x="760419" y="2733820"/>
                  <a:ext cx="3284491" cy="768813"/>
                </a:xfrm>
                <a:prstGeom prst="rect">
                  <a:avLst/>
                </a:prstGeom>
                <a:ln>
                  <a:prstDash val="solid"/>
                  <a:headEnd type="none"/>
                  <a:tailEnd type="none"/>
                </a:ln>
              </p:spPr>
              <p:txBody>
                <a:bodyPr vert="horz" wrap="square" lIns="91440" tIns="45720" rIns="91440" bIns="45720" rtlCol="0" anchor="b" anchorCtr="0"/>
                <a:lstStyle/>
                <a:p>
                  <a:pPr algn="l">
                    <a:lnSpc>
                      <a:spcPct val="120000"/>
                    </a:lnSpc>
                    <a:defRPr/>
                  </a:pPr>
                  <a:r>
                    <a:rPr lang="en-US" sz="1800" b="1" i="0">
                      <a:ln/>
                      <a:solidFill>
                        <a:srgbClr val="FFFFFF">
                          <a:alpha val="100000"/>
                        </a:srgbClr>
                      </a:solidFill>
                      <a:latin typeface="微软雅黑"/>
                      <a:ea typeface="微软雅黑"/>
                      <a:cs typeface="微软雅黑"/>
                    </a:rPr>
                    <a:t>安全审计环境</a:t>
                  </a:r>
                  <a:endParaRPr lang="en-US" sz="1100"/>
                </a:p>
              </p:txBody>
            </p:sp>
            <p:sp>
              <p:nvSpPr>
                <p:cNvPr id="19" name="TextBox 19"/>
                <p:cNvSpPr txBox="1"/>
                <p:nvPr/>
              </p:nvSpPr>
              <p:spPr>
                <a:xfrm>
                  <a:off x="760419" y="3502633"/>
                  <a:ext cx="3284491" cy="2354340"/>
                </a:xfrm>
                <a:prstGeom prst="rect">
                  <a:avLst/>
                </a:prstGeom>
                <a:ln>
                  <a:prstDash val="solid"/>
                  <a:headEnd type="none"/>
                  <a:tailEnd type="none"/>
                </a:ln>
              </p:spPr>
              <p:txBody>
                <a:bodyPr vert="horz" wrap="square" lIns="91440" tIns="45720" rIns="91440" bIns="45720" rtlCol="0" anchor="t" anchorCtr="0"/>
                <a:lstStyle/>
                <a:p>
                  <a:pPr algn="l">
                    <a:lnSpc>
                      <a:spcPct val="120000"/>
                    </a:lnSpc>
                    <a:defRPr/>
                  </a:pPr>
                  <a:r>
                    <a:rPr lang="en-US" sz="1200" b="0" i="0">
                      <a:ln/>
                      <a:solidFill>
                        <a:srgbClr val="FFFFFF">
                          <a:alpha val="100000"/>
                        </a:srgbClr>
                      </a:solidFill>
                      <a:latin typeface="微软雅黑"/>
                      <a:ea typeface="微软雅黑"/>
                      <a:cs typeface="微软雅黑"/>
                    </a:rPr>
                    <a:t>作为一个轻量级且高度可定制的操作系统，它为安全审计任务提供了一个稳定、纯净的环境，减少了外部干扰。</a:t>
                  </a:r>
                  <a:endParaRPr lang="en-US" sz="1100"/>
                </a:p>
              </p:txBody>
            </p:sp>
            <p:sp>
              <p:nvSpPr>
                <p:cNvPr id="20" name="TextBox 20"/>
                <p:cNvSpPr txBox="1"/>
                <p:nvPr/>
              </p:nvSpPr>
              <p:spPr>
                <a:xfrm>
                  <a:off x="760419" y="2027433"/>
                  <a:ext cx="706387" cy="706387"/>
                </a:xfrm>
                <a:prstGeom prst="rect">
                  <a:avLst/>
                </a:prstGeom>
                <a:ln>
                  <a:prstDash val="solid"/>
                  <a:headEnd type="none"/>
                  <a:tailEnd type="none"/>
                </a:ln>
              </p:spPr>
              <p:txBody>
                <a:bodyPr vert="horz" wrap="none" lIns="91440" tIns="45720" rIns="91440" bIns="45720" rtlCol="0" anchor="ctr" anchorCtr="0"/>
                <a:lstStyle/>
                <a:p>
                  <a:pPr algn="ctr">
                    <a:lnSpc>
                      <a:spcPct val="120000"/>
                    </a:lnSpc>
                    <a:defRPr/>
                  </a:pPr>
                  <a:r>
                    <a:rPr lang="en-US" sz="3600" b="1" i="0">
                      <a:ln/>
                      <a:solidFill>
                        <a:srgbClr val="FFFFFF">
                          <a:alpha val="100000"/>
                        </a:srgbClr>
                      </a:solidFill>
                      <a:latin typeface="Arial"/>
                      <a:ea typeface="Arial"/>
                      <a:cs typeface="Arial"/>
                    </a:rPr>
                    <a:t>03</a:t>
                  </a:r>
                  <a:endParaRPr lang="en-US" sz="1100"/>
                </a:p>
              </p:txBody>
            </p:sp>
          </p:grpSp>
        </p:grpSp>
        <p:sp>
          <p:nvSpPr>
            <p:cNvPr id="21" name="TextBox 21"/>
            <p:cNvSpPr txBox="1"/>
            <p:nvPr/>
          </p:nvSpPr>
          <p:spPr>
            <a:xfrm>
              <a:off x="660399" y="1130300"/>
              <a:ext cx="10858500" cy="604786"/>
            </a:xfrm>
            <a:prstGeom prst="rect">
              <a:avLst/>
            </a:prstGeom>
            <a:ln>
              <a:headEnd type="none"/>
              <a:tailEnd type="none"/>
            </a:ln>
          </p:spPr>
          <p:txBody>
            <a:bodyPr vert="horz" wrap="square" lIns="91440" tIns="45720" rIns="91440" bIns="45720" rtlCol="0" anchor="ctr" anchorCtr="0"/>
            <a:lstStyle/>
            <a:p>
              <a:pPr algn="l">
                <a:lnSpc>
                  <a:spcPct val="120000"/>
                </a:lnSpc>
                <a:defRPr/>
              </a:pPr>
              <a:r>
                <a:rPr lang="en-US" sz="2400" b="1" i="0" strike="noStrike">
                  <a:ln/>
                  <a:solidFill>
                    <a:srgbClr val="2F2F2F">
                      <a:alpha val="100000"/>
                    </a:srgbClr>
                  </a:solidFill>
                  <a:latin typeface="微软雅黑"/>
                  <a:ea typeface="微软雅黑"/>
                  <a:cs typeface="微软雅黑"/>
                </a:rPr>
                <a:t>探索KELI系统预装的强大工具集</a:t>
              </a:r>
              <a:endParaRPr lang="en-US" sz="1100"/>
            </a:p>
          </p:txBody>
        </p:sp>
      </p:grpSp>
      <p:sp>
        <p:nvSpPr>
          <p:cNvPr id="22" name="TextBox 22"/>
          <p:cNvSpPr txBox="1"/>
          <p:nvPr/>
        </p:nvSpPr>
        <p:spPr>
          <a:xfrm>
            <a:off x="660400" y="128587"/>
            <a:ext cx="10858500" cy="900112"/>
          </a:xfrm>
          <a:prstGeom prst="rect">
            <a:avLst/>
          </a:prstGeom>
          <a:ln>
            <a:headEnd type="none"/>
            <a:tailEnd type="none"/>
          </a:ln>
        </p:spPr>
        <p:txBody>
          <a:bodyPr vert="horz" wrap="square" lIns="91440" tIns="45720" rIns="91440" bIns="45720" rtlCol="0" anchor="b" anchorCtr="0"/>
          <a:lstStyle/>
          <a:p>
            <a:pPr algn="l">
              <a:lnSpc>
                <a:spcPct val="100000"/>
              </a:lnSpc>
              <a:spcBef>
                <a:spcPts val="0"/>
              </a:spcBef>
              <a:defRPr/>
            </a:pPr>
            <a:r>
              <a:rPr lang="en-US" sz="2800" b="1" i="0">
                <a:ln/>
                <a:solidFill>
                  <a:srgbClr val="2F2F2F">
                    <a:alpha val="100000"/>
                  </a:srgbClr>
                </a:solidFill>
                <a:latin typeface="微软雅黑"/>
                <a:ea typeface="微软雅黑"/>
                <a:cs typeface="微软雅黑"/>
              </a:rPr>
              <a:t>核心功能亮点</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747657" y="1993899"/>
            <a:ext cx="5771242" cy="584775"/>
          </a:xfrm>
          <a:prstGeom prst="rect">
            <a:avLst/>
          </a:prstGeom>
          <a:ln>
            <a:headEnd type="none"/>
            <a:tailEnd type="none"/>
          </a:ln>
        </p:spPr>
        <p:txBody>
          <a:bodyPr vert="horz" wrap="square" lIns="91440" tIns="45720" rIns="91440" bIns="45720" rtlCol="0" anchor="b" anchorCtr="0"/>
          <a:lstStyle/>
          <a:p>
            <a:pPr algn="l">
              <a:lnSpc>
                <a:spcPct val="100000"/>
              </a:lnSpc>
              <a:spcBef>
                <a:spcPts val="0"/>
              </a:spcBef>
              <a:defRPr/>
            </a:pPr>
            <a:r>
              <a:rPr lang="en-US" sz="3200" b="1" i="0">
                <a:ln/>
                <a:solidFill>
                  <a:srgbClr val="FFFFFF">
                    <a:alpha val="100000"/>
                  </a:srgbClr>
                </a:solidFill>
                <a:latin typeface="微软雅黑"/>
                <a:ea typeface="微软雅黑"/>
                <a:cs typeface="微软雅黑"/>
              </a:rPr>
              <a:t>安装前准备工作</a:t>
            </a:r>
            <a:endParaRPr lang="en-US" sz="1100"/>
          </a:p>
        </p:txBody>
      </p:sp>
      <p:sp>
        <p:nvSpPr>
          <p:cNvPr id="3" name="TextBox 3"/>
          <p:cNvSpPr txBox="1"/>
          <p:nvPr/>
        </p:nvSpPr>
        <p:spPr>
          <a:xfrm>
            <a:off x="5747657" y="2590528"/>
            <a:ext cx="5771242" cy="1104991"/>
          </a:xfrm>
          <a:prstGeom prst="rect">
            <a:avLst/>
          </a:prstGeom>
          <a:ln>
            <a:headEnd type="none"/>
            <a:tailEnd type="none"/>
          </a:ln>
        </p:spPr>
        <p:txBody>
          <a:bodyPr vert="horz" wrap="square" lIns="91440" tIns="45720" rIns="91440" bIns="45720" rtlCol="0" anchor="t" anchorCtr="0"/>
          <a:lstStyle/>
          <a:p>
            <a:pPr algn="l">
              <a:lnSpc>
                <a:spcPct val="120000"/>
              </a:lnSpc>
              <a:spcBef>
                <a:spcPts val="1000"/>
              </a:spcBef>
              <a:defRPr/>
            </a:pPr>
            <a:r>
              <a:rPr lang="en-US" sz="2000" b="0" i="0">
                <a:ln/>
                <a:solidFill>
                  <a:srgbClr val="FFFFFF">
                    <a:alpha val="100000"/>
                  </a:srgbClr>
                </a:solidFill>
                <a:latin typeface="微软雅黑"/>
                <a:ea typeface="微软雅黑"/>
                <a:cs typeface="微软雅黑"/>
              </a:rPr>
              <a:t>确保具备所有必要的软硬件条件，是成功安装KELI系统的第一步。</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cee14a81-d566-4c93-9f74-4a49dbe105a4"/>
          <p:cNvGrpSpPr/>
          <p:nvPr/>
        </p:nvGrpSpPr>
        <p:grpSpPr>
          <a:xfrm>
            <a:off x="660399" y="1130300"/>
            <a:ext cx="10858501" cy="4988460"/>
            <a:chOff x="660399" y="1130300"/>
            <a:chExt cx="10858501" cy="4988460"/>
          </a:xfrm>
        </p:grpSpPr>
        <p:sp>
          <p:nvSpPr>
            <p:cNvPr id="3" name="TextBox 3"/>
            <p:cNvSpPr txBox="1"/>
            <p:nvPr/>
          </p:nvSpPr>
          <p:spPr>
            <a:xfrm>
              <a:off x="679450" y="1130300"/>
              <a:ext cx="10833100" cy="1020289"/>
            </a:xfrm>
            <a:prstGeom prst="rect">
              <a:avLst/>
            </a:prstGeom>
            <a:ln>
              <a:headEnd type="none"/>
              <a:tailEnd type="none"/>
            </a:ln>
          </p:spPr>
          <p:txBody>
            <a:bodyPr vert="horz" wrap="square" lIns="91440" tIns="45720" rIns="91440" bIns="45720" rtlCol="0" anchor="ctr" anchorCtr="0"/>
            <a:lstStyle/>
            <a:p>
              <a:pPr algn="ctr">
                <a:defRPr/>
              </a:pPr>
              <a:r>
                <a:rPr lang="en-US" sz="2400" b="1" i="0">
                  <a:ln/>
                  <a:solidFill>
                    <a:srgbClr val="2F2F2F">
                      <a:alpha val="100000"/>
                    </a:srgbClr>
                  </a:solidFill>
                  <a:latin typeface="微软雅黑"/>
                  <a:ea typeface="微软雅黑"/>
                  <a:cs typeface="微软雅黑"/>
                </a:rPr>
                <a:t>检查并确认物理机满足最低配置</a:t>
              </a:r>
              <a:endParaRPr lang="en-US" sz="1100"/>
            </a:p>
          </p:txBody>
        </p:sp>
        <p:grpSp>
          <p:nvGrpSpPr>
            <p:cNvPr id="4" name="Group 4"/>
            <p:cNvGrpSpPr/>
            <p:nvPr/>
          </p:nvGrpSpPr>
          <p:grpSpPr>
            <a:xfrm>
              <a:off x="660399" y="2272165"/>
              <a:ext cx="3233051" cy="3841933"/>
              <a:chOff x="660400" y="2272165"/>
              <a:chExt cx="2041331" cy="3841933"/>
            </a:xfrm>
          </p:grpSpPr>
          <p:sp>
            <p:nvSpPr>
              <p:cNvPr id="5" name="AutoShape 5"/>
              <p:cNvSpPr/>
              <p:nvPr/>
            </p:nvSpPr>
            <p:spPr>
              <a:xfrm>
                <a:off x="660400" y="3424427"/>
                <a:ext cx="2041331" cy="49450"/>
              </a:xfrm>
              <a:prstGeom prst="roundRect">
                <a:avLst/>
              </a:prstGeom>
              <a:gradFill>
                <a:gsLst>
                  <a:gs pos="0">
                    <a:srgbClr val="0F3EE2">
                      <a:alpha val="100000"/>
                    </a:srgbClr>
                  </a:gs>
                  <a:gs pos="100000">
                    <a:srgbClr val="2181FF">
                      <a:alpha val="100000"/>
                    </a:srgbClr>
                  </a:gs>
                </a:gsLst>
                <a:lin ang="2700000"/>
              </a:gradFill>
              <a:ln>
                <a:prstDash val="solid"/>
                <a:headEnd type="none"/>
                <a:tailEnd type="none"/>
              </a:ln>
            </p:spPr>
          </p:sp>
          <p:sp>
            <p:nvSpPr>
              <p:cNvPr id="6" name="TextBox 6"/>
              <p:cNvSpPr txBox="1"/>
              <p:nvPr/>
            </p:nvSpPr>
            <p:spPr>
              <a:xfrm>
                <a:off x="660400" y="2272165"/>
                <a:ext cx="2041330" cy="1033388"/>
              </a:xfrm>
              <a:prstGeom prst="rect">
                <a:avLst/>
              </a:prstGeom>
              <a:ln>
                <a:headEnd type="none"/>
                <a:tailEnd type="none"/>
              </a:ln>
            </p:spPr>
            <p:txBody>
              <a:bodyPr vert="horz" wrap="none" lIns="91440" tIns="45720" rIns="91440" bIns="45720" rtlCol="0" anchor="b" anchorCtr="0"/>
              <a:lstStyle/>
              <a:p>
                <a:pPr algn="ctr">
                  <a:defRPr/>
                </a:pPr>
                <a:r>
                  <a:rPr lang="en-US" sz="4800" b="1" i="0">
                    <a:ln/>
                    <a:gradFill>
                      <a:gsLst>
                        <a:gs pos="0">
                          <a:srgbClr val="0F3EE2">
                            <a:alpha val="100000"/>
                          </a:srgbClr>
                        </a:gs>
                        <a:gs pos="100000">
                          <a:srgbClr val="2181FF">
                            <a:alpha val="100000"/>
                          </a:srgbClr>
                        </a:gs>
                      </a:gsLst>
                      <a:lin ang="2700000"/>
                    </a:gradFill>
                    <a:latin typeface="Arial"/>
                    <a:ea typeface="Arial"/>
                    <a:cs typeface="Arial"/>
                  </a:rPr>
                  <a:t>01</a:t>
                </a:r>
                <a:endParaRPr lang="en-US" sz="1100"/>
              </a:p>
            </p:txBody>
          </p:sp>
          <p:sp>
            <p:nvSpPr>
              <p:cNvPr id="7" name="TextBox 7"/>
              <p:cNvSpPr txBox="1"/>
              <p:nvPr/>
            </p:nvSpPr>
            <p:spPr>
              <a:xfrm>
                <a:off x="673100" y="3595453"/>
                <a:ext cx="2028631" cy="797007"/>
              </a:xfrm>
              <a:prstGeom prst="rect">
                <a:avLst/>
              </a:prstGeom>
              <a:ln>
                <a:prstDash val="solid"/>
                <a:headEnd type="none"/>
                <a:tailEnd type="none"/>
              </a:ln>
            </p:spPr>
            <p:txBody>
              <a:bodyPr vert="horz" wrap="square" lIns="91440" tIns="45720" rIns="91440" bIns="45720" rtlCol="0" anchor="b" anchorCtr="0"/>
              <a:lstStyle/>
              <a:p>
                <a:pPr algn="l">
                  <a:defRPr/>
                </a:pPr>
                <a:r>
                  <a:rPr lang="en-US" sz="1800" b="1" i="0">
                    <a:ln/>
                    <a:solidFill>
                      <a:srgbClr val="2F2F2F">
                        <a:alpha val="100000"/>
                      </a:srgbClr>
                    </a:solidFill>
                    <a:latin typeface="Arial"/>
                    <a:ea typeface="Arial"/>
                    <a:cs typeface="Arial"/>
                  </a:rPr>
                  <a:t>CPU要求</a:t>
                </a:r>
                <a:endParaRPr lang="en-US" sz="1100"/>
              </a:p>
            </p:txBody>
          </p:sp>
          <p:sp>
            <p:nvSpPr>
              <p:cNvPr id="8" name="TextBox 8"/>
              <p:cNvSpPr txBox="1"/>
              <p:nvPr/>
            </p:nvSpPr>
            <p:spPr>
              <a:xfrm>
                <a:off x="673100" y="4404828"/>
                <a:ext cx="2028631" cy="1709270"/>
              </a:xfrm>
              <a:prstGeom prst="rect">
                <a:avLst/>
              </a:prstGeom>
              <a:ln>
                <a:prstDash val="solid"/>
                <a:headEnd type="none"/>
                <a:tailEnd type="none"/>
              </a:ln>
            </p:spPr>
            <p:txBody>
              <a:bodyPr vert="horz" wrap="square" lIns="91440" tIns="45720" rIns="91440" bIns="45720" rtlCol="0" anchor="t" anchorCtr="0"/>
              <a:lstStyle/>
              <a:p>
                <a:pPr algn="l">
                  <a:lnSpc>
                    <a:spcPct val="120000"/>
                  </a:lnSpc>
                  <a:defRPr/>
                </a:pPr>
                <a:r>
                  <a:rPr lang="en-US" sz="1200" b="0" i="0">
                    <a:ln/>
                    <a:solidFill>
                      <a:srgbClr val="2F2F2F">
                        <a:alpha val="100000"/>
                      </a:srgbClr>
                    </a:solidFill>
                    <a:latin typeface="微软雅黑"/>
                    <a:ea typeface="微软雅黑"/>
                    <a:cs typeface="微软雅黑"/>
                  </a:rPr>
                  <a:t>需要一个支持虚拟化的CPU，以确保能在虚拟机软件中流畅运行。现代主流CPU通常都满足此要求。</a:t>
                </a:r>
                <a:endParaRPr lang="en-US" sz="1100"/>
              </a:p>
            </p:txBody>
          </p:sp>
        </p:grpSp>
        <p:grpSp>
          <p:nvGrpSpPr>
            <p:cNvPr id="9" name="Group 9"/>
            <p:cNvGrpSpPr/>
            <p:nvPr/>
          </p:nvGrpSpPr>
          <p:grpSpPr>
            <a:xfrm>
              <a:off x="4473124" y="2291056"/>
              <a:ext cx="3233051" cy="3819916"/>
              <a:chOff x="2864693" y="2291056"/>
              <a:chExt cx="2041331" cy="3819916"/>
            </a:xfrm>
          </p:grpSpPr>
          <p:sp>
            <p:nvSpPr>
              <p:cNvPr id="10" name="AutoShape 10"/>
              <p:cNvSpPr/>
              <p:nvPr/>
            </p:nvSpPr>
            <p:spPr>
              <a:xfrm>
                <a:off x="2864693" y="3427752"/>
                <a:ext cx="2041331" cy="49450"/>
              </a:xfrm>
              <a:prstGeom prst="roundRect">
                <a:avLst/>
              </a:prstGeom>
              <a:gradFill>
                <a:gsLst>
                  <a:gs pos="0">
                    <a:srgbClr val="0F3EE2">
                      <a:alpha val="100000"/>
                    </a:srgbClr>
                  </a:gs>
                  <a:gs pos="100000">
                    <a:srgbClr val="2181FF">
                      <a:alpha val="100000"/>
                    </a:srgbClr>
                  </a:gs>
                </a:gsLst>
                <a:lin ang="2700000"/>
              </a:gradFill>
              <a:ln>
                <a:prstDash val="solid"/>
                <a:headEnd type="none"/>
                <a:tailEnd type="none"/>
              </a:ln>
            </p:spPr>
          </p:sp>
          <p:sp>
            <p:nvSpPr>
              <p:cNvPr id="11" name="TextBox 11"/>
              <p:cNvSpPr txBox="1"/>
              <p:nvPr/>
            </p:nvSpPr>
            <p:spPr>
              <a:xfrm>
                <a:off x="2864693" y="3598471"/>
                <a:ext cx="2041331" cy="793989"/>
              </a:xfrm>
              <a:prstGeom prst="rect">
                <a:avLst/>
              </a:prstGeom>
              <a:ln>
                <a:prstDash val="solid"/>
                <a:headEnd type="none"/>
                <a:tailEnd type="none"/>
              </a:ln>
            </p:spPr>
            <p:txBody>
              <a:bodyPr vert="horz" wrap="square" lIns="91440" tIns="45720" rIns="91440" bIns="45720" rtlCol="0" anchor="b" anchorCtr="0"/>
              <a:lstStyle/>
              <a:p>
                <a:pPr algn="l">
                  <a:defRPr/>
                </a:pPr>
                <a:r>
                  <a:rPr lang="en-US" sz="1800" b="1" i="0">
                    <a:ln/>
                    <a:solidFill>
                      <a:srgbClr val="2F2F2F">
                        <a:alpha val="100000"/>
                      </a:srgbClr>
                    </a:solidFill>
                    <a:latin typeface="微软雅黑"/>
                    <a:ea typeface="微软雅黑"/>
                    <a:cs typeface="微软雅黑"/>
                  </a:rPr>
                  <a:t>内存要求</a:t>
                </a:r>
                <a:endParaRPr lang="en-US" sz="1100"/>
              </a:p>
            </p:txBody>
          </p:sp>
          <p:sp>
            <p:nvSpPr>
              <p:cNvPr id="12" name="TextBox 12"/>
              <p:cNvSpPr txBox="1"/>
              <p:nvPr/>
            </p:nvSpPr>
            <p:spPr>
              <a:xfrm>
                <a:off x="2864693" y="2291056"/>
                <a:ext cx="2041330" cy="1033388"/>
              </a:xfrm>
              <a:prstGeom prst="rect">
                <a:avLst/>
              </a:prstGeom>
              <a:ln>
                <a:headEnd type="none"/>
                <a:tailEnd type="none"/>
              </a:ln>
            </p:spPr>
            <p:txBody>
              <a:bodyPr vert="horz" wrap="none" lIns="91440" tIns="45720" rIns="91440" bIns="45720" rtlCol="0" anchor="b" anchorCtr="0"/>
              <a:lstStyle/>
              <a:p>
                <a:pPr algn="ctr">
                  <a:defRPr/>
                </a:pPr>
                <a:r>
                  <a:rPr lang="en-US" sz="4800" b="1" i="0">
                    <a:ln/>
                    <a:gradFill>
                      <a:gsLst>
                        <a:gs pos="0">
                          <a:srgbClr val="0F3EE2">
                            <a:alpha val="100000"/>
                          </a:srgbClr>
                        </a:gs>
                        <a:gs pos="100000">
                          <a:srgbClr val="2181FF">
                            <a:alpha val="100000"/>
                          </a:srgbClr>
                        </a:gs>
                      </a:gsLst>
                      <a:lin ang="2700000"/>
                    </a:gradFill>
                    <a:latin typeface="Arial"/>
                    <a:ea typeface="Arial"/>
                    <a:cs typeface="Arial"/>
                  </a:rPr>
                  <a:t>02</a:t>
                </a:r>
                <a:endParaRPr lang="en-US" sz="1100"/>
              </a:p>
            </p:txBody>
          </p:sp>
          <p:sp>
            <p:nvSpPr>
              <p:cNvPr id="13" name="TextBox 13"/>
              <p:cNvSpPr txBox="1"/>
              <p:nvPr/>
            </p:nvSpPr>
            <p:spPr>
              <a:xfrm>
                <a:off x="2864693" y="4408172"/>
                <a:ext cx="2041331" cy="1702800"/>
              </a:xfrm>
              <a:prstGeom prst="rect">
                <a:avLst/>
              </a:prstGeom>
              <a:ln>
                <a:prstDash val="solid"/>
                <a:headEnd type="none"/>
                <a:tailEnd type="none"/>
              </a:ln>
            </p:spPr>
            <p:txBody>
              <a:bodyPr vert="horz" wrap="square" lIns="91440" tIns="45720" rIns="91440" bIns="45720" rtlCol="0" anchor="t" anchorCtr="0"/>
              <a:lstStyle/>
              <a:p>
                <a:pPr algn="l">
                  <a:lnSpc>
                    <a:spcPct val="120000"/>
                  </a:lnSpc>
                  <a:defRPr/>
                </a:pPr>
                <a:r>
                  <a:rPr lang="en-US" sz="1200" b="0" i="0">
                    <a:ln/>
                    <a:solidFill>
                      <a:srgbClr val="2F2F2F">
                        <a:alpha val="100000"/>
                      </a:srgbClr>
                    </a:solidFill>
                    <a:latin typeface="微软雅黑"/>
                    <a:ea typeface="微软雅黑"/>
                    <a:cs typeface="微软雅黑"/>
                  </a:rPr>
                  <a:t>建议实体机拥有至少4GB以上的内存，因为部分内存需要分配给虚拟机，内存不足会导致系统卡顿。</a:t>
                </a:r>
                <a:endParaRPr lang="en-US" sz="1100"/>
              </a:p>
            </p:txBody>
          </p:sp>
        </p:grpSp>
        <p:grpSp>
          <p:nvGrpSpPr>
            <p:cNvPr id="14" name="Group 14"/>
            <p:cNvGrpSpPr/>
            <p:nvPr/>
          </p:nvGrpSpPr>
          <p:grpSpPr>
            <a:xfrm>
              <a:off x="8285849" y="2304006"/>
              <a:ext cx="3233051" cy="3814754"/>
              <a:chOff x="5068985" y="2304006"/>
              <a:chExt cx="2041331" cy="3814754"/>
            </a:xfrm>
          </p:grpSpPr>
          <p:sp>
            <p:nvSpPr>
              <p:cNvPr id="15" name="AutoShape 15"/>
              <p:cNvSpPr/>
              <p:nvPr/>
            </p:nvSpPr>
            <p:spPr>
              <a:xfrm>
                <a:off x="5068985" y="3419928"/>
                <a:ext cx="2041331" cy="49450"/>
              </a:xfrm>
              <a:prstGeom prst="roundRect">
                <a:avLst/>
              </a:prstGeom>
              <a:gradFill>
                <a:gsLst>
                  <a:gs pos="0">
                    <a:srgbClr val="0F3EE2">
                      <a:alpha val="100000"/>
                    </a:srgbClr>
                  </a:gs>
                  <a:gs pos="100000">
                    <a:srgbClr val="2181FF">
                      <a:alpha val="100000"/>
                    </a:srgbClr>
                  </a:gs>
                </a:gsLst>
                <a:lin ang="2700000"/>
              </a:gradFill>
              <a:ln>
                <a:prstDash val="solid"/>
                <a:headEnd type="none"/>
                <a:tailEnd type="none"/>
              </a:ln>
            </p:spPr>
          </p:sp>
          <p:sp>
            <p:nvSpPr>
              <p:cNvPr id="16" name="TextBox 16"/>
              <p:cNvSpPr txBox="1"/>
              <p:nvPr/>
            </p:nvSpPr>
            <p:spPr>
              <a:xfrm>
                <a:off x="5068985" y="3583853"/>
                <a:ext cx="2041331" cy="793990"/>
              </a:xfrm>
              <a:prstGeom prst="rect">
                <a:avLst/>
              </a:prstGeom>
              <a:ln>
                <a:prstDash val="solid"/>
                <a:headEnd type="none"/>
                <a:tailEnd type="none"/>
              </a:ln>
            </p:spPr>
            <p:txBody>
              <a:bodyPr vert="horz" wrap="square" lIns="91440" tIns="45720" rIns="91440" bIns="45720" rtlCol="0" anchor="b" anchorCtr="0"/>
              <a:lstStyle/>
              <a:p>
                <a:pPr algn="l">
                  <a:defRPr/>
                </a:pPr>
                <a:r>
                  <a:rPr lang="en-US" sz="1800" b="1" i="0">
                    <a:ln/>
                    <a:solidFill>
                      <a:srgbClr val="2F2F2F">
                        <a:alpha val="100000"/>
                      </a:srgbClr>
                    </a:solidFill>
                    <a:latin typeface="微软雅黑"/>
                    <a:ea typeface="微软雅黑"/>
                    <a:cs typeface="微软雅黑"/>
                  </a:rPr>
                  <a:t>硬盘空间</a:t>
                </a:r>
                <a:endParaRPr lang="en-US" sz="1100"/>
              </a:p>
            </p:txBody>
          </p:sp>
          <p:sp>
            <p:nvSpPr>
              <p:cNvPr id="17" name="TextBox 17"/>
              <p:cNvSpPr txBox="1"/>
              <p:nvPr/>
            </p:nvSpPr>
            <p:spPr>
              <a:xfrm>
                <a:off x="5068985" y="2304006"/>
                <a:ext cx="2041330" cy="1033388"/>
              </a:xfrm>
              <a:prstGeom prst="rect">
                <a:avLst/>
              </a:prstGeom>
              <a:ln>
                <a:headEnd type="none"/>
                <a:tailEnd type="none"/>
              </a:ln>
            </p:spPr>
            <p:txBody>
              <a:bodyPr vert="horz" wrap="none" lIns="91440" tIns="45720" rIns="91440" bIns="45720" rtlCol="0" anchor="b" anchorCtr="0"/>
              <a:lstStyle/>
              <a:p>
                <a:pPr algn="ctr">
                  <a:defRPr/>
                </a:pPr>
                <a:r>
                  <a:rPr lang="en-US" sz="4800" b="1" i="0">
                    <a:ln/>
                    <a:gradFill>
                      <a:gsLst>
                        <a:gs pos="0">
                          <a:srgbClr val="0F3EE2">
                            <a:alpha val="100000"/>
                          </a:srgbClr>
                        </a:gs>
                        <a:gs pos="100000">
                          <a:srgbClr val="2181FF">
                            <a:alpha val="100000"/>
                          </a:srgbClr>
                        </a:gs>
                      </a:gsLst>
                      <a:lin ang="2700000"/>
                    </a:gradFill>
                    <a:latin typeface="Arial"/>
                    <a:ea typeface="Arial"/>
                    <a:cs typeface="Arial"/>
                  </a:rPr>
                  <a:t>03</a:t>
                </a:r>
                <a:endParaRPr lang="en-US" sz="1100"/>
              </a:p>
            </p:txBody>
          </p:sp>
          <p:sp>
            <p:nvSpPr>
              <p:cNvPr id="18" name="TextBox 18"/>
              <p:cNvSpPr txBox="1"/>
              <p:nvPr/>
            </p:nvSpPr>
            <p:spPr>
              <a:xfrm>
                <a:off x="5068985" y="4393490"/>
                <a:ext cx="2041331" cy="1725270"/>
              </a:xfrm>
              <a:prstGeom prst="rect">
                <a:avLst/>
              </a:prstGeom>
              <a:ln>
                <a:prstDash val="solid"/>
                <a:headEnd type="none"/>
                <a:tailEnd type="none"/>
              </a:ln>
            </p:spPr>
            <p:txBody>
              <a:bodyPr vert="horz" wrap="square" lIns="91440" tIns="45720" rIns="91440" bIns="45720" rtlCol="0" anchor="t" anchorCtr="0"/>
              <a:lstStyle/>
              <a:p>
                <a:pPr algn="l">
                  <a:lnSpc>
                    <a:spcPct val="120000"/>
                  </a:lnSpc>
                  <a:defRPr/>
                </a:pPr>
                <a:r>
                  <a:rPr lang="en-US" sz="1200" b="0" i="0">
                    <a:ln/>
                    <a:solidFill>
                      <a:srgbClr val="2F2F2F">
                        <a:alpha val="100000"/>
                      </a:srgbClr>
                    </a:solidFill>
                    <a:latin typeface="微软雅黑"/>
                    <a:ea typeface="微软雅黑"/>
                    <a:cs typeface="微软雅黑"/>
                  </a:rPr>
                  <a:t>需要预留足够的硬盘空间用于存放KELI系统的虚拟机文件或进行物理安装，建议至少20GB。</a:t>
                </a:r>
                <a:endParaRPr lang="en-US" sz="1100"/>
              </a:p>
            </p:txBody>
          </p:sp>
        </p:grpSp>
      </p:grpSp>
      <p:sp>
        <p:nvSpPr>
          <p:cNvPr id="19" name="TextBox 19"/>
          <p:cNvSpPr txBox="1"/>
          <p:nvPr/>
        </p:nvSpPr>
        <p:spPr>
          <a:xfrm>
            <a:off x="660400" y="128587"/>
            <a:ext cx="10858500" cy="900112"/>
          </a:xfrm>
          <a:prstGeom prst="rect">
            <a:avLst/>
          </a:prstGeom>
          <a:ln>
            <a:headEnd type="none"/>
            <a:tailEnd type="none"/>
          </a:ln>
        </p:spPr>
        <p:txBody>
          <a:bodyPr vert="horz" wrap="square" lIns="91440" tIns="45720" rIns="91440" bIns="45720" rtlCol="0" anchor="b" anchorCtr="0"/>
          <a:lstStyle/>
          <a:p>
            <a:pPr algn="l">
              <a:lnSpc>
                <a:spcPct val="100000"/>
              </a:lnSpc>
              <a:spcBef>
                <a:spcPts val="0"/>
              </a:spcBef>
              <a:defRPr/>
            </a:pPr>
            <a:r>
              <a:rPr lang="en-US" sz="2800" b="1" i="0">
                <a:ln/>
                <a:solidFill>
                  <a:srgbClr val="2F2F2F">
                    <a:alpha val="100000"/>
                  </a:srgbClr>
                </a:solidFill>
                <a:latin typeface="微软雅黑"/>
                <a:ea typeface="微软雅黑"/>
                <a:cs typeface="微软雅黑"/>
              </a:rPr>
              <a:t>硬件环境要求</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c435500f-bef6-467a-abb3-689243fc2672"/>
          <p:cNvGrpSpPr/>
          <p:nvPr/>
        </p:nvGrpSpPr>
        <p:grpSpPr>
          <a:xfrm>
            <a:off x="0" y="1130299"/>
            <a:ext cx="12192000" cy="5727700"/>
            <a:chOff x="0" y="1130299"/>
            <a:chExt cx="12192000" cy="5727700"/>
          </a:xfrm>
        </p:grpSpPr>
        <p:sp>
          <p:nvSpPr>
            <p:cNvPr id="3" name="AutoShape 3"/>
            <p:cNvSpPr/>
            <p:nvPr/>
          </p:nvSpPr>
          <p:spPr>
            <a:xfrm>
              <a:off x="0" y="2088818"/>
              <a:ext cx="12192000" cy="4769181"/>
            </a:xfrm>
            <a:custGeom>
              <a:avLst/>
              <a:gdLst/>
              <a:ahLst/>
              <a:cxnLst/>
              <a:rect l="l" t="t" r="r" b="b"/>
              <a:pathLst>
                <a:path w="12192000" h="900112">
                  <a:moveTo>
                    <a:pt x="0" y="0"/>
                  </a:moveTo>
                  <a:lnTo>
                    <a:pt x="12192000" y="0"/>
                  </a:lnTo>
                  <a:lnTo>
                    <a:pt x="12192000" y="900112"/>
                  </a:lnTo>
                  <a:lnTo>
                    <a:pt x="0" y="900112"/>
                  </a:lnTo>
                  <a:close/>
                </a:path>
              </a:pathLst>
            </a:custGeom>
            <a:solidFill>
              <a:srgbClr val="0F3EE2">
                <a:alpha val="100000"/>
              </a:srgbClr>
            </a:solidFill>
            <a:ln>
              <a:prstDash val="solid"/>
              <a:headEnd type="none"/>
              <a:tailEnd type="none"/>
            </a:ln>
          </p:spPr>
        </p:sp>
        <p:sp>
          <p:nvSpPr>
            <p:cNvPr id="4" name="TextBox 4"/>
            <p:cNvSpPr txBox="1"/>
            <p:nvPr/>
          </p:nvSpPr>
          <p:spPr>
            <a:xfrm>
              <a:off x="660399" y="1130299"/>
              <a:ext cx="10858500" cy="900111"/>
            </a:xfrm>
            <a:prstGeom prst="rect">
              <a:avLst/>
            </a:prstGeom>
            <a:ln>
              <a:headEnd type="none"/>
              <a:tailEnd type="none"/>
            </a:ln>
          </p:spPr>
          <p:txBody>
            <a:bodyPr vert="horz" wrap="square" lIns="91440" tIns="45720" rIns="91440" bIns="45720" rtlCol="0" anchor="ctr" anchorCtr="0"/>
            <a:lstStyle/>
            <a:p>
              <a:pPr algn="l">
                <a:spcBef>
                  <a:spcPts val="0"/>
                </a:spcBef>
                <a:spcAft>
                  <a:spcPts val="0"/>
                </a:spcAft>
                <a:defRPr/>
              </a:pPr>
              <a:r>
                <a:rPr lang="en-US" sz="2400" b="1" i="0" strike="noStrike">
                  <a:ln/>
                  <a:solidFill>
                    <a:srgbClr val="2F2F2F">
                      <a:alpha val="100000"/>
                    </a:srgbClr>
                  </a:solidFill>
                  <a:latin typeface="微软雅黑"/>
                  <a:ea typeface="微软雅黑"/>
                  <a:cs typeface="微软雅黑"/>
                </a:rPr>
                <a:t>获取并准备好安装所需的软件和镜像</a:t>
              </a:r>
              <a:endParaRPr lang="en-US" sz="1100"/>
            </a:p>
          </p:txBody>
        </p:sp>
        <p:grpSp>
          <p:nvGrpSpPr>
            <p:cNvPr id="5" name="Group 5"/>
            <p:cNvGrpSpPr/>
            <p:nvPr/>
          </p:nvGrpSpPr>
          <p:grpSpPr>
            <a:xfrm>
              <a:off x="660398" y="2766086"/>
              <a:ext cx="3420000" cy="3368014"/>
              <a:chOff x="660398" y="2766086"/>
              <a:chExt cx="3420000" cy="3368014"/>
            </a:xfrm>
          </p:grpSpPr>
          <p:sp>
            <p:nvSpPr>
              <p:cNvPr id="6" name="TextBox 6"/>
              <p:cNvSpPr txBox="1"/>
              <p:nvPr/>
            </p:nvSpPr>
            <p:spPr>
              <a:xfrm>
                <a:off x="768350" y="2766086"/>
                <a:ext cx="503767" cy="503767"/>
              </a:xfrm>
              <a:prstGeom prst="rect">
                <a:avLst/>
              </a:prstGeom>
              <a:solidFill>
                <a:srgbClr val="FFFFFF">
                  <a:alpha val="100000"/>
                </a:srgbClr>
              </a:solidFill>
              <a:ln>
                <a:prstDash val="solid"/>
                <a:headEnd type="none"/>
                <a:tailEnd type="none"/>
              </a:ln>
            </p:spPr>
            <p:txBody>
              <a:bodyPr vert="horz" wrap="none" lIns="91440" tIns="45720" rIns="91440" bIns="45720" rtlCol="0" anchor="ctr" anchorCtr="0"/>
              <a:lstStyle/>
              <a:p>
                <a:pPr algn="ctr">
                  <a:defRPr/>
                </a:pPr>
                <a:r>
                  <a:rPr lang="en-US" sz="2400" b="1" i="0">
                    <a:ln/>
                    <a:solidFill>
                      <a:srgbClr val="0F3EE2">
                        <a:alpha val="100000"/>
                      </a:srgbClr>
                    </a:solidFill>
                    <a:latin typeface="Arial"/>
                    <a:ea typeface="Arial"/>
                    <a:cs typeface="Arial"/>
                  </a:rPr>
                  <a:t>01</a:t>
                </a:r>
                <a:endParaRPr lang="en-US" sz="1100"/>
              </a:p>
            </p:txBody>
          </p:sp>
          <p:sp>
            <p:nvSpPr>
              <p:cNvPr id="7" name="TextBox 7"/>
              <p:cNvSpPr txBox="1"/>
              <p:nvPr/>
            </p:nvSpPr>
            <p:spPr>
              <a:xfrm>
                <a:off x="660398" y="3326100"/>
                <a:ext cx="3420000" cy="648000"/>
              </a:xfrm>
              <a:prstGeom prst="rect">
                <a:avLst/>
              </a:prstGeom>
              <a:ln>
                <a:prstDash val="solid"/>
                <a:headEnd type="none"/>
                <a:tailEnd type="none"/>
              </a:ln>
            </p:spPr>
            <p:txBody>
              <a:bodyPr vert="horz" wrap="square" lIns="91440" tIns="45720" rIns="91440" bIns="45720" rtlCol="0" anchor="b" anchorCtr="0"/>
              <a:lstStyle/>
              <a:p>
                <a:pPr algn="l">
                  <a:defRPr/>
                </a:pPr>
                <a:r>
                  <a:rPr lang="en-US" sz="1800" b="1" i="0">
                    <a:ln/>
                    <a:solidFill>
                      <a:srgbClr val="FFFFFF">
                        <a:alpha val="100000"/>
                      </a:srgbClr>
                    </a:solidFill>
                    <a:latin typeface="微软雅黑"/>
                    <a:ea typeface="微软雅黑"/>
                    <a:cs typeface="微软雅黑"/>
                  </a:rPr>
                  <a:t>虚拟机软件</a:t>
                </a:r>
                <a:endParaRPr lang="en-US" sz="1100"/>
              </a:p>
            </p:txBody>
          </p:sp>
          <p:sp>
            <p:nvSpPr>
              <p:cNvPr id="8" name="TextBox 8"/>
              <p:cNvSpPr txBox="1"/>
              <p:nvPr/>
            </p:nvSpPr>
            <p:spPr>
              <a:xfrm>
                <a:off x="660398" y="3974100"/>
                <a:ext cx="3420000" cy="2160000"/>
              </a:xfrm>
              <a:prstGeom prst="rect">
                <a:avLst/>
              </a:prstGeom>
              <a:ln>
                <a:prstDash val="solid"/>
                <a:headEnd type="none"/>
                <a:tailEnd type="none"/>
              </a:ln>
            </p:spPr>
            <p:txBody>
              <a:bodyPr vert="horz" wrap="square" lIns="91440" tIns="45720" rIns="91440" bIns="45720" rtlCol="0" anchor="t" anchorCtr="0"/>
              <a:lstStyle/>
              <a:p>
                <a:pPr algn="l">
                  <a:lnSpc>
                    <a:spcPct val="130000"/>
                  </a:lnSpc>
                  <a:defRPr/>
                </a:pPr>
                <a:r>
                  <a:rPr lang="en-US" sz="1200" b="0" i="0">
                    <a:ln/>
                    <a:solidFill>
                      <a:srgbClr val="FFFFFF">
                        <a:alpha val="100000"/>
                      </a:srgbClr>
                    </a:solidFill>
                    <a:latin typeface="微软雅黑"/>
                    <a:ea typeface="微软雅黑"/>
                    <a:cs typeface="微软雅黑"/>
                  </a:rPr>
                  <a:t>下载并安装一款主流的虚拟机软件，如VMware Workstation或VirtualBox，这是在现有系统上运行KELI最常用的方式。</a:t>
                </a:r>
                <a:endParaRPr lang="en-US" sz="1100"/>
              </a:p>
            </p:txBody>
          </p:sp>
        </p:grpSp>
        <p:grpSp>
          <p:nvGrpSpPr>
            <p:cNvPr id="9" name="Group 9"/>
            <p:cNvGrpSpPr/>
            <p:nvPr/>
          </p:nvGrpSpPr>
          <p:grpSpPr>
            <a:xfrm>
              <a:off x="4379649" y="2766086"/>
              <a:ext cx="3420000" cy="3368014"/>
              <a:chOff x="7524624" y="2766086"/>
              <a:chExt cx="3420000" cy="3368014"/>
            </a:xfrm>
          </p:grpSpPr>
          <p:sp>
            <p:nvSpPr>
              <p:cNvPr id="10" name="TextBox 10"/>
              <p:cNvSpPr txBox="1"/>
              <p:nvPr/>
            </p:nvSpPr>
            <p:spPr>
              <a:xfrm>
                <a:off x="7632576" y="2766086"/>
                <a:ext cx="503767" cy="503767"/>
              </a:xfrm>
              <a:prstGeom prst="rect">
                <a:avLst/>
              </a:prstGeom>
              <a:solidFill>
                <a:srgbClr val="FFFFFF">
                  <a:alpha val="100000"/>
                </a:srgbClr>
              </a:solidFill>
              <a:ln>
                <a:prstDash val="solid"/>
                <a:headEnd type="none"/>
                <a:tailEnd type="none"/>
              </a:ln>
            </p:spPr>
            <p:txBody>
              <a:bodyPr vert="horz" wrap="none" lIns="91440" tIns="45720" rIns="91440" bIns="45720" rtlCol="0" anchor="ctr" anchorCtr="0"/>
              <a:lstStyle/>
              <a:p>
                <a:pPr algn="ctr">
                  <a:defRPr/>
                </a:pPr>
                <a:r>
                  <a:rPr lang="en-US" sz="2400" b="1" i="0">
                    <a:ln/>
                    <a:solidFill>
                      <a:srgbClr val="0F3EE2">
                        <a:alpha val="100000"/>
                      </a:srgbClr>
                    </a:solidFill>
                    <a:latin typeface="Arial"/>
                    <a:ea typeface="Arial"/>
                    <a:cs typeface="Arial"/>
                  </a:rPr>
                  <a:t>02</a:t>
                </a:r>
                <a:endParaRPr lang="en-US" sz="1100"/>
              </a:p>
            </p:txBody>
          </p:sp>
          <p:sp>
            <p:nvSpPr>
              <p:cNvPr id="11" name="TextBox 11"/>
              <p:cNvSpPr txBox="1"/>
              <p:nvPr/>
            </p:nvSpPr>
            <p:spPr>
              <a:xfrm>
                <a:off x="7524624" y="3326100"/>
                <a:ext cx="3420000" cy="648000"/>
              </a:xfrm>
              <a:prstGeom prst="rect">
                <a:avLst/>
              </a:prstGeom>
              <a:ln>
                <a:prstDash val="solid"/>
                <a:headEnd type="none"/>
                <a:tailEnd type="none"/>
              </a:ln>
            </p:spPr>
            <p:txBody>
              <a:bodyPr vert="horz" wrap="square" lIns="91440" tIns="45720" rIns="91440" bIns="45720" rtlCol="0" anchor="b" anchorCtr="0"/>
              <a:lstStyle/>
              <a:p>
                <a:pPr algn="l">
                  <a:defRPr/>
                </a:pPr>
                <a:r>
                  <a:rPr lang="en-US" sz="1800" b="1" i="0">
                    <a:ln/>
                    <a:solidFill>
                      <a:srgbClr val="FFFFFF">
                        <a:alpha val="100000"/>
                      </a:srgbClr>
                    </a:solidFill>
                    <a:latin typeface="Arial"/>
                    <a:ea typeface="Arial"/>
                    <a:cs typeface="Arial"/>
                  </a:rPr>
                  <a:t>KELI镜像下载</a:t>
                </a:r>
                <a:endParaRPr lang="en-US" sz="1100"/>
              </a:p>
            </p:txBody>
          </p:sp>
          <p:sp>
            <p:nvSpPr>
              <p:cNvPr id="12" name="TextBox 12"/>
              <p:cNvSpPr txBox="1"/>
              <p:nvPr/>
            </p:nvSpPr>
            <p:spPr>
              <a:xfrm>
                <a:off x="7524624" y="3974100"/>
                <a:ext cx="3420000" cy="2160000"/>
              </a:xfrm>
              <a:prstGeom prst="rect">
                <a:avLst/>
              </a:prstGeom>
              <a:ln>
                <a:prstDash val="solid"/>
                <a:headEnd type="none"/>
                <a:tailEnd type="none"/>
              </a:ln>
            </p:spPr>
            <p:txBody>
              <a:bodyPr vert="horz" wrap="square" lIns="91440" tIns="45720" rIns="91440" bIns="45720" rtlCol="0" anchor="t" anchorCtr="0"/>
              <a:lstStyle/>
              <a:p>
                <a:pPr algn="l">
                  <a:lnSpc>
                    <a:spcPct val="130000"/>
                  </a:lnSpc>
                  <a:defRPr/>
                </a:pPr>
                <a:r>
                  <a:rPr lang="en-US" sz="1200" b="0" i="0">
                    <a:ln/>
                    <a:solidFill>
                      <a:srgbClr val="FFFFFF">
                        <a:alpha val="100000"/>
                      </a:srgbClr>
                    </a:solidFill>
                    <a:latin typeface="微软雅黑"/>
                    <a:ea typeface="微软雅黑"/>
                    <a:cs typeface="微软雅黑"/>
                  </a:rPr>
                  <a:t>从Kali官方下载页面获取最新的系统镜像，建议选择Virtual Machines版本以获得开箱即用的体验。</a:t>
                </a:r>
                <a:endParaRPr lang="en-US" sz="1100"/>
              </a:p>
            </p:txBody>
          </p:sp>
        </p:grpSp>
        <p:grpSp>
          <p:nvGrpSpPr>
            <p:cNvPr id="13" name="Group 13"/>
            <p:cNvGrpSpPr/>
            <p:nvPr/>
          </p:nvGrpSpPr>
          <p:grpSpPr>
            <a:xfrm>
              <a:off x="8098899" y="2766086"/>
              <a:ext cx="3420000" cy="3368014"/>
              <a:chOff x="7524624" y="2766086"/>
              <a:chExt cx="3420000" cy="3368014"/>
            </a:xfrm>
          </p:grpSpPr>
          <p:sp>
            <p:nvSpPr>
              <p:cNvPr id="14" name="TextBox 14"/>
              <p:cNvSpPr txBox="1"/>
              <p:nvPr/>
            </p:nvSpPr>
            <p:spPr>
              <a:xfrm>
                <a:off x="7632576" y="2766086"/>
                <a:ext cx="503767" cy="503767"/>
              </a:xfrm>
              <a:prstGeom prst="rect">
                <a:avLst/>
              </a:prstGeom>
              <a:solidFill>
                <a:srgbClr val="FFFFFF">
                  <a:alpha val="100000"/>
                </a:srgbClr>
              </a:solidFill>
              <a:ln>
                <a:prstDash val="solid"/>
                <a:headEnd type="none"/>
                <a:tailEnd type="none"/>
              </a:ln>
            </p:spPr>
            <p:txBody>
              <a:bodyPr vert="horz" wrap="none" lIns="91440" tIns="45720" rIns="91440" bIns="45720" rtlCol="0" anchor="ctr" anchorCtr="0"/>
              <a:lstStyle/>
              <a:p>
                <a:pPr algn="ctr">
                  <a:defRPr/>
                </a:pPr>
                <a:r>
                  <a:rPr lang="en-US" sz="2400" b="1" i="0">
                    <a:ln/>
                    <a:solidFill>
                      <a:srgbClr val="0F3EE2">
                        <a:alpha val="100000"/>
                      </a:srgbClr>
                    </a:solidFill>
                    <a:latin typeface="Arial"/>
                    <a:ea typeface="Arial"/>
                    <a:cs typeface="Arial"/>
                  </a:rPr>
                  <a:t>03</a:t>
                </a:r>
                <a:endParaRPr lang="en-US" sz="1100"/>
              </a:p>
            </p:txBody>
          </p:sp>
          <p:sp>
            <p:nvSpPr>
              <p:cNvPr id="15" name="TextBox 15"/>
              <p:cNvSpPr txBox="1"/>
              <p:nvPr/>
            </p:nvSpPr>
            <p:spPr>
              <a:xfrm>
                <a:off x="7524624" y="3326100"/>
                <a:ext cx="3420000" cy="648000"/>
              </a:xfrm>
              <a:prstGeom prst="rect">
                <a:avLst/>
              </a:prstGeom>
              <a:ln>
                <a:prstDash val="solid"/>
                <a:headEnd type="none"/>
                <a:tailEnd type="none"/>
              </a:ln>
            </p:spPr>
            <p:txBody>
              <a:bodyPr vert="horz" wrap="square" lIns="91440" tIns="45720" rIns="91440" bIns="45720" rtlCol="0" anchor="b" anchorCtr="0"/>
              <a:lstStyle/>
              <a:p>
                <a:pPr algn="l">
                  <a:defRPr/>
                </a:pPr>
                <a:r>
                  <a:rPr lang="en-US" sz="1800" b="1" i="0">
                    <a:ln/>
                    <a:solidFill>
                      <a:srgbClr val="FFFFFF">
                        <a:alpha val="100000"/>
                      </a:srgbClr>
                    </a:solidFill>
                    <a:latin typeface="微软雅黑"/>
                    <a:ea typeface="微软雅黑"/>
                    <a:cs typeface="微软雅黑"/>
                  </a:rPr>
                  <a:t>下载地址</a:t>
                </a:r>
                <a:endParaRPr lang="en-US" sz="1100"/>
              </a:p>
            </p:txBody>
          </p:sp>
          <p:sp>
            <p:nvSpPr>
              <p:cNvPr id="16" name="TextBox 16"/>
              <p:cNvSpPr txBox="1"/>
              <p:nvPr/>
            </p:nvSpPr>
            <p:spPr>
              <a:xfrm>
                <a:off x="7524624" y="3974100"/>
                <a:ext cx="3420000" cy="2160000"/>
              </a:xfrm>
              <a:prstGeom prst="rect">
                <a:avLst/>
              </a:prstGeom>
              <a:ln>
                <a:prstDash val="solid"/>
                <a:headEnd type="none"/>
                <a:tailEnd type="none"/>
              </a:ln>
            </p:spPr>
            <p:txBody>
              <a:bodyPr vert="horz" wrap="square" lIns="91440" tIns="45720" rIns="91440" bIns="45720" rtlCol="0" anchor="t" anchorCtr="0"/>
              <a:lstStyle/>
              <a:p>
                <a:pPr algn="l">
                  <a:lnSpc>
                    <a:spcPct val="130000"/>
                  </a:lnSpc>
                  <a:defRPr/>
                </a:pPr>
                <a:r>
                  <a:rPr lang="en-US" sz="1200" b="0" i="0">
                    <a:ln/>
                    <a:solidFill>
                      <a:srgbClr val="FFFFFF">
                        <a:alpha val="100000"/>
                      </a:srgbClr>
                    </a:solidFill>
                    <a:latin typeface="微软雅黑"/>
                    <a:ea typeface="微软雅黑"/>
                    <a:cs typeface="微软雅黑"/>
                  </a:rPr>
                  <a:t>官方下载地址为：https://www.kali.org/get-kali/#kali-virtual-machines，也可根据需要选择Bare Metal裸机版本。</a:t>
                </a:r>
                <a:endParaRPr lang="en-US" sz="1100"/>
              </a:p>
            </p:txBody>
          </p:sp>
        </p:grpSp>
      </p:grpSp>
      <p:sp>
        <p:nvSpPr>
          <p:cNvPr id="17" name="TextBox 17"/>
          <p:cNvSpPr txBox="1"/>
          <p:nvPr/>
        </p:nvSpPr>
        <p:spPr>
          <a:xfrm>
            <a:off x="660400" y="128587"/>
            <a:ext cx="10858500" cy="900112"/>
          </a:xfrm>
          <a:prstGeom prst="rect">
            <a:avLst/>
          </a:prstGeom>
          <a:ln>
            <a:headEnd type="none"/>
            <a:tailEnd type="none"/>
          </a:ln>
        </p:spPr>
        <p:txBody>
          <a:bodyPr vert="horz" wrap="square" lIns="91440" tIns="45720" rIns="91440" bIns="45720" rtlCol="0" anchor="b" anchorCtr="0"/>
          <a:lstStyle/>
          <a:p>
            <a:pPr algn="l">
              <a:lnSpc>
                <a:spcPct val="100000"/>
              </a:lnSpc>
              <a:spcBef>
                <a:spcPts val="0"/>
              </a:spcBef>
              <a:defRPr/>
            </a:pPr>
            <a:r>
              <a:rPr lang="en-US" sz="2800" b="1" i="0">
                <a:ln/>
                <a:solidFill>
                  <a:srgbClr val="2F2F2F">
                    <a:alpha val="100000"/>
                  </a:srgbClr>
                </a:solidFill>
                <a:latin typeface="微软雅黑"/>
                <a:ea typeface="微软雅黑"/>
                <a:cs typeface="微软雅黑"/>
              </a:rPr>
              <a:t>软件环境准备</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747657" y="1993899"/>
            <a:ext cx="5771242" cy="584775"/>
          </a:xfrm>
          <a:prstGeom prst="rect">
            <a:avLst/>
          </a:prstGeom>
          <a:ln>
            <a:headEnd type="none"/>
            <a:tailEnd type="none"/>
          </a:ln>
        </p:spPr>
        <p:txBody>
          <a:bodyPr vert="horz" wrap="square" lIns="91440" tIns="45720" rIns="91440" bIns="45720" rtlCol="0" anchor="b" anchorCtr="0"/>
          <a:lstStyle/>
          <a:p>
            <a:pPr algn="l">
              <a:lnSpc>
                <a:spcPct val="100000"/>
              </a:lnSpc>
              <a:spcBef>
                <a:spcPts val="0"/>
              </a:spcBef>
              <a:defRPr/>
            </a:pPr>
            <a:r>
              <a:rPr lang="en-US" sz="3200" b="1" i="0">
                <a:ln/>
                <a:solidFill>
                  <a:srgbClr val="FFFFFF">
                    <a:alpha val="100000"/>
                  </a:srgbClr>
                </a:solidFill>
                <a:latin typeface="微软雅黑"/>
                <a:ea typeface="微软雅黑"/>
                <a:cs typeface="微软雅黑"/>
              </a:rPr>
              <a:t>详细安装步骤</a:t>
            </a:r>
            <a:endParaRPr lang="en-US" sz="1100"/>
          </a:p>
        </p:txBody>
      </p:sp>
      <p:sp>
        <p:nvSpPr>
          <p:cNvPr id="3" name="TextBox 3"/>
          <p:cNvSpPr txBox="1"/>
          <p:nvPr/>
        </p:nvSpPr>
        <p:spPr>
          <a:xfrm>
            <a:off x="5747657" y="2590528"/>
            <a:ext cx="5771242" cy="1104991"/>
          </a:xfrm>
          <a:prstGeom prst="rect">
            <a:avLst/>
          </a:prstGeom>
          <a:ln>
            <a:headEnd type="none"/>
            <a:tailEnd type="none"/>
          </a:ln>
        </p:spPr>
        <p:txBody>
          <a:bodyPr vert="horz" wrap="square" lIns="91440" tIns="45720" rIns="91440" bIns="45720" rtlCol="0" anchor="t" anchorCtr="0"/>
          <a:lstStyle/>
          <a:p>
            <a:pPr algn="l">
              <a:lnSpc>
                <a:spcPct val="120000"/>
              </a:lnSpc>
              <a:spcBef>
                <a:spcPts val="1000"/>
              </a:spcBef>
              <a:defRPr/>
            </a:pPr>
            <a:r>
              <a:rPr lang="en-US" sz="2000" b="0" i="0">
                <a:ln/>
                <a:solidFill>
                  <a:srgbClr val="FFFFFF">
                    <a:alpha val="100000"/>
                  </a:srgbClr>
                </a:solidFill>
                <a:latin typeface="微软雅黑"/>
                <a:ea typeface="微软雅黑"/>
                <a:cs typeface="微软雅黑"/>
              </a:rPr>
              <a:t>遵循清晰的指引，一步步完成KELI系统的安装过程，无论是虚拟机还是物理机。</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3ed31126-79bb-49cd-97bd-1603054b9242"/>
          <p:cNvGrpSpPr/>
          <p:nvPr/>
        </p:nvGrpSpPr>
        <p:grpSpPr>
          <a:xfrm>
            <a:off x="660400" y="1130299"/>
            <a:ext cx="10858500" cy="5003801"/>
            <a:chOff x="660400" y="1130299"/>
            <a:chExt cx="10858500" cy="5003801"/>
          </a:xfrm>
        </p:grpSpPr>
        <p:sp>
          <p:nvSpPr>
            <p:cNvPr id="3" name="AutoShape 3"/>
            <p:cNvSpPr/>
            <p:nvPr/>
          </p:nvSpPr>
          <p:spPr>
            <a:xfrm>
              <a:off x="660400" y="2829436"/>
              <a:ext cx="10858500" cy="1550336"/>
            </a:xfrm>
            <a:prstGeom prst="rect">
              <a:avLst/>
            </a:prstGeom>
            <a:ln w="12700">
              <a:solidFill>
                <a:srgbClr val="2F2F2F">
                  <a:alpha val="100000"/>
                </a:srgbClr>
              </a:solidFill>
              <a:prstDash val="solid"/>
              <a:headEnd type="none"/>
              <a:tailEnd type="none"/>
            </a:ln>
          </p:spPr>
        </p:sp>
        <p:sp>
          <p:nvSpPr>
            <p:cNvPr id="4" name="AutoShape 4"/>
            <p:cNvSpPr/>
            <p:nvPr/>
          </p:nvSpPr>
          <p:spPr>
            <a:xfrm>
              <a:off x="6042405" y="2777730"/>
              <a:ext cx="94491" cy="108730"/>
            </a:xfrm>
            <a:custGeom>
              <a:avLst/>
              <a:gdLst/>
              <a:ahLst/>
              <a:cxnLst/>
              <a:rect l="l" t="t" r="r" b="b"/>
              <a:pathLst>
                <a:path w="185158" h="213059">
                  <a:moveTo>
                    <a:pt x="0" y="213059"/>
                  </a:moveTo>
                  <a:lnTo>
                    <a:pt x="185159" y="106530"/>
                  </a:lnTo>
                  <a:lnTo>
                    <a:pt x="0" y="0"/>
                  </a:lnTo>
                  <a:lnTo>
                    <a:pt x="0" y="213059"/>
                  </a:lnTo>
                  <a:lnTo>
                    <a:pt x="0" y="213059"/>
                  </a:lnTo>
                  <a:close/>
                </a:path>
              </a:pathLst>
            </a:custGeom>
            <a:solidFill>
              <a:srgbClr val="2F2F2F">
                <a:alpha val="100000"/>
              </a:srgbClr>
            </a:solidFill>
            <a:ln>
              <a:prstDash val="solid"/>
              <a:headEnd type="none"/>
              <a:tailEnd type="none"/>
            </a:ln>
          </p:spPr>
        </p:sp>
        <p:sp>
          <p:nvSpPr>
            <p:cNvPr id="5" name="AutoShape 5"/>
            <p:cNvSpPr/>
            <p:nvPr/>
          </p:nvSpPr>
          <p:spPr>
            <a:xfrm flipH="1">
              <a:off x="6042405" y="4321584"/>
              <a:ext cx="94491" cy="108730"/>
            </a:xfrm>
            <a:custGeom>
              <a:avLst/>
              <a:gdLst/>
              <a:ahLst/>
              <a:cxnLst/>
              <a:rect l="l" t="t" r="r" b="b"/>
              <a:pathLst>
                <a:path w="185158" h="213059">
                  <a:moveTo>
                    <a:pt x="0" y="213059"/>
                  </a:moveTo>
                  <a:lnTo>
                    <a:pt x="185159" y="106530"/>
                  </a:lnTo>
                  <a:lnTo>
                    <a:pt x="0" y="0"/>
                  </a:lnTo>
                  <a:lnTo>
                    <a:pt x="0" y="213059"/>
                  </a:lnTo>
                  <a:lnTo>
                    <a:pt x="0" y="213059"/>
                  </a:lnTo>
                  <a:close/>
                </a:path>
              </a:pathLst>
            </a:custGeom>
            <a:solidFill>
              <a:srgbClr val="2F2F2F">
                <a:alpha val="100000"/>
              </a:srgbClr>
            </a:solidFill>
            <a:ln>
              <a:prstDash val="solid"/>
              <a:headEnd type="none"/>
              <a:tailEnd type="none"/>
            </a:ln>
          </p:spPr>
        </p:sp>
        <p:sp>
          <p:nvSpPr>
            <p:cNvPr id="6" name="TextBox 6"/>
            <p:cNvSpPr txBox="1"/>
            <p:nvPr/>
          </p:nvSpPr>
          <p:spPr>
            <a:xfrm>
              <a:off x="863600" y="3136604"/>
              <a:ext cx="10464800" cy="936000"/>
            </a:xfrm>
            <a:prstGeom prst="rect">
              <a:avLst/>
            </a:prstGeom>
            <a:ln>
              <a:prstDash val="solid"/>
              <a:headEnd type="none"/>
              <a:tailEnd type="none"/>
            </a:ln>
          </p:spPr>
          <p:txBody>
            <a:bodyPr vert="horz" wrap="square" lIns="91440" tIns="45720" rIns="91440" bIns="45720" rtlCol="0" anchor="ctr" anchorCtr="0"/>
            <a:lstStyle/>
            <a:p>
              <a:pPr algn="ctr">
                <a:defRPr/>
              </a:pPr>
              <a:r>
                <a:rPr lang="en-US" sz="2400" b="1" i="0">
                  <a:ln/>
                  <a:solidFill>
                    <a:srgbClr val="2F2F2F">
                      <a:alpha val="100000"/>
                    </a:srgbClr>
                  </a:solidFill>
                  <a:latin typeface="微软雅黑"/>
                  <a:ea typeface="微软雅黑"/>
                  <a:cs typeface="微软雅黑"/>
                </a:rPr>
                <a:t>在虚拟机中安装KELI，安全便捷</a:t>
              </a:r>
              <a:endParaRPr lang="en-US" sz="1100"/>
            </a:p>
          </p:txBody>
        </p:sp>
        <p:grpSp>
          <p:nvGrpSpPr>
            <p:cNvPr id="7" name="Group 7"/>
            <p:cNvGrpSpPr/>
            <p:nvPr/>
          </p:nvGrpSpPr>
          <p:grpSpPr>
            <a:xfrm>
              <a:off x="680985" y="1130299"/>
              <a:ext cx="5025896" cy="1971469"/>
              <a:chOff x="680985" y="1130299"/>
              <a:chExt cx="5025896" cy="1971469"/>
            </a:xfrm>
          </p:grpSpPr>
          <p:sp>
            <p:nvSpPr>
              <p:cNvPr id="8" name="TextBox 8"/>
              <p:cNvSpPr txBox="1"/>
              <p:nvPr/>
            </p:nvSpPr>
            <p:spPr>
              <a:xfrm flipH="1">
                <a:off x="2929170" y="2581422"/>
                <a:ext cx="529526" cy="520346"/>
              </a:xfrm>
              <a:prstGeom prst="rect">
                <a:avLst/>
              </a:prstGeom>
              <a:solidFill>
                <a:srgbClr val="2F2F2F">
                  <a:alpha val="100000"/>
                </a:srgbClr>
              </a:solidFill>
              <a:ln>
                <a:prstDash val="solid"/>
                <a:headEnd type="none"/>
                <a:tailEnd type="none"/>
              </a:ln>
            </p:spPr>
            <p:txBody>
              <a:bodyPr vert="horz" wrap="none" lIns="91440" tIns="45720" rIns="91440" bIns="45720" rtlCol="0" anchor="ctr" anchorCtr="0"/>
              <a:lstStyle/>
              <a:p>
                <a:pPr algn="ctr">
                  <a:defRPr/>
                </a:pPr>
                <a:r>
                  <a:rPr lang="en-US" sz="1600" b="1" i="0">
                    <a:ln/>
                    <a:solidFill>
                      <a:srgbClr val="FFFFFF">
                        <a:alpha val="100000"/>
                      </a:srgbClr>
                    </a:solidFill>
                    <a:latin typeface="Arial"/>
                    <a:ea typeface="Arial"/>
                    <a:cs typeface="Arial"/>
                  </a:rPr>
                  <a:t>01</a:t>
                </a:r>
                <a:endParaRPr lang="en-US" sz="1100"/>
              </a:p>
            </p:txBody>
          </p:sp>
          <p:sp>
            <p:nvSpPr>
              <p:cNvPr id="9" name="TextBox 9"/>
              <p:cNvSpPr txBox="1"/>
              <p:nvPr/>
            </p:nvSpPr>
            <p:spPr>
              <a:xfrm>
                <a:off x="680985" y="1130299"/>
                <a:ext cx="5025896" cy="648000"/>
              </a:xfrm>
              <a:prstGeom prst="rect">
                <a:avLst/>
              </a:prstGeom>
              <a:ln>
                <a:headEnd type="none"/>
                <a:tailEnd type="none"/>
              </a:ln>
            </p:spPr>
            <p:txBody>
              <a:bodyPr vert="horz" wrap="square" lIns="91440" tIns="45720" rIns="91440" bIns="45720" rtlCol="0" anchor="b" anchorCtr="0"/>
              <a:lstStyle/>
              <a:p>
                <a:pPr algn="l">
                  <a:spcBef>
                    <a:spcPts val="0"/>
                  </a:spcBef>
                  <a:spcAft>
                    <a:spcPts val="0"/>
                  </a:spcAft>
                  <a:defRPr/>
                </a:pPr>
                <a:r>
                  <a:rPr lang="en-US" sz="1800" b="1" i="0">
                    <a:ln/>
                    <a:solidFill>
                      <a:srgbClr val="2F2F2F">
                        <a:alpha val="100000"/>
                      </a:srgbClr>
                    </a:solidFill>
                    <a:latin typeface="微软雅黑"/>
                    <a:ea typeface="微软雅黑"/>
                    <a:cs typeface="微软雅黑"/>
                  </a:rPr>
                  <a:t>新建虚拟机</a:t>
                </a:r>
                <a:endParaRPr lang="en-US" sz="1100"/>
              </a:p>
            </p:txBody>
          </p:sp>
          <p:sp>
            <p:nvSpPr>
              <p:cNvPr id="10" name="TextBox 10"/>
              <p:cNvSpPr txBox="1"/>
              <p:nvPr/>
            </p:nvSpPr>
            <p:spPr>
              <a:xfrm>
                <a:off x="680985" y="1778299"/>
                <a:ext cx="5025896" cy="792000"/>
              </a:xfrm>
              <a:prstGeom prst="rect">
                <a:avLst/>
              </a:prstGeom>
              <a:ln>
                <a:headEnd type="none"/>
                <a:tailEnd type="none"/>
              </a:ln>
            </p:spPr>
            <p:txBody>
              <a:bodyPr vert="horz" wrap="square" lIns="91440" tIns="45720" rIns="91440" bIns="45720" rtlCol="0" anchor="t" anchorCtr="0"/>
              <a:lstStyle/>
              <a:p>
                <a:pPr algn="l">
                  <a:lnSpc>
                    <a:spcPct val="120000"/>
                  </a:lnSpc>
                  <a:defRPr/>
                </a:pPr>
                <a:r>
                  <a:rPr lang="en-US" sz="1200" b="0" i="0" strike="noStrike">
                    <a:ln/>
                    <a:solidFill>
                      <a:srgbClr val="2F2F2F">
                        <a:alpha val="100000"/>
                      </a:srgbClr>
                    </a:solidFill>
                    <a:latin typeface="微软雅黑"/>
                    <a:ea typeface="微软雅黑"/>
                    <a:cs typeface="微软雅黑"/>
                  </a:rPr>
                  <a:t>打开VMware，点击“文件”-&gt;“新建虚拟机”，选择“自定义”安装以获得更多控制选项。</a:t>
                </a:r>
                <a:endParaRPr lang="en-US" sz="1100"/>
              </a:p>
            </p:txBody>
          </p:sp>
        </p:grpSp>
        <p:grpSp>
          <p:nvGrpSpPr>
            <p:cNvPr id="11" name="Group 11"/>
            <p:cNvGrpSpPr/>
            <p:nvPr/>
          </p:nvGrpSpPr>
          <p:grpSpPr>
            <a:xfrm>
              <a:off x="6493004" y="1130299"/>
              <a:ext cx="5025896" cy="1971469"/>
              <a:chOff x="6493004" y="1130299"/>
              <a:chExt cx="5025896" cy="1971469"/>
            </a:xfrm>
          </p:grpSpPr>
          <p:sp>
            <p:nvSpPr>
              <p:cNvPr id="12" name="TextBox 12"/>
              <p:cNvSpPr txBox="1"/>
              <p:nvPr/>
            </p:nvSpPr>
            <p:spPr>
              <a:xfrm flipH="1">
                <a:off x="8741189" y="2581422"/>
                <a:ext cx="529526" cy="520346"/>
              </a:xfrm>
              <a:prstGeom prst="rect">
                <a:avLst/>
              </a:prstGeom>
              <a:solidFill>
                <a:srgbClr val="2F2F2F">
                  <a:alpha val="100000"/>
                </a:srgbClr>
              </a:solidFill>
              <a:ln>
                <a:prstDash val="solid"/>
                <a:headEnd type="none"/>
                <a:tailEnd type="none"/>
              </a:ln>
            </p:spPr>
            <p:txBody>
              <a:bodyPr vert="horz" wrap="none" lIns="91440" tIns="45720" rIns="91440" bIns="45720" rtlCol="0" anchor="ctr" anchorCtr="0"/>
              <a:lstStyle/>
              <a:p>
                <a:pPr algn="ctr">
                  <a:defRPr/>
                </a:pPr>
                <a:r>
                  <a:rPr lang="en-US" sz="1600" b="1" i="0">
                    <a:ln/>
                    <a:solidFill>
                      <a:srgbClr val="FFFFFF">
                        <a:alpha val="100000"/>
                      </a:srgbClr>
                    </a:solidFill>
                    <a:latin typeface="Arial"/>
                    <a:ea typeface="Arial"/>
                    <a:cs typeface="Arial"/>
                  </a:rPr>
                  <a:t>02</a:t>
                </a:r>
                <a:endParaRPr lang="en-US" sz="1100"/>
              </a:p>
            </p:txBody>
          </p:sp>
          <p:sp>
            <p:nvSpPr>
              <p:cNvPr id="13" name="TextBox 13"/>
              <p:cNvSpPr txBox="1"/>
              <p:nvPr/>
            </p:nvSpPr>
            <p:spPr>
              <a:xfrm>
                <a:off x="6493004" y="1130299"/>
                <a:ext cx="5025896" cy="648000"/>
              </a:xfrm>
              <a:prstGeom prst="rect">
                <a:avLst/>
              </a:prstGeom>
              <a:ln>
                <a:headEnd type="none"/>
                <a:tailEnd type="none"/>
              </a:ln>
            </p:spPr>
            <p:txBody>
              <a:bodyPr vert="horz" wrap="square" lIns="91440" tIns="45720" rIns="91440" bIns="45720" rtlCol="0" anchor="b" anchorCtr="0"/>
              <a:lstStyle/>
              <a:p>
                <a:pPr algn="l">
                  <a:spcBef>
                    <a:spcPts val="0"/>
                  </a:spcBef>
                  <a:spcAft>
                    <a:spcPts val="0"/>
                  </a:spcAft>
                  <a:defRPr/>
                </a:pPr>
                <a:r>
                  <a:rPr lang="en-US" sz="1800" b="1" i="0">
                    <a:ln/>
                    <a:solidFill>
                      <a:srgbClr val="2F2F2F">
                        <a:alpha val="100000"/>
                      </a:srgbClr>
                    </a:solidFill>
                    <a:latin typeface="微软雅黑"/>
                    <a:ea typeface="微软雅黑"/>
                    <a:cs typeface="微软雅黑"/>
                  </a:rPr>
                  <a:t>选择镜像</a:t>
                </a:r>
                <a:endParaRPr lang="en-US" sz="1100"/>
              </a:p>
            </p:txBody>
          </p:sp>
          <p:sp>
            <p:nvSpPr>
              <p:cNvPr id="14" name="TextBox 14"/>
              <p:cNvSpPr txBox="1"/>
              <p:nvPr/>
            </p:nvSpPr>
            <p:spPr>
              <a:xfrm>
                <a:off x="6493004" y="1778299"/>
                <a:ext cx="5025896" cy="792000"/>
              </a:xfrm>
              <a:prstGeom prst="rect">
                <a:avLst/>
              </a:prstGeom>
              <a:ln>
                <a:headEnd type="none"/>
                <a:tailEnd type="none"/>
              </a:ln>
            </p:spPr>
            <p:txBody>
              <a:bodyPr vert="horz" wrap="square" lIns="91440" tIns="45720" rIns="91440" bIns="45720" rtlCol="0" anchor="t" anchorCtr="0"/>
              <a:lstStyle/>
              <a:p>
                <a:pPr algn="l">
                  <a:lnSpc>
                    <a:spcPct val="120000"/>
                  </a:lnSpc>
                  <a:defRPr/>
                </a:pPr>
                <a:r>
                  <a:rPr lang="en-US" sz="1200" b="0" i="0" strike="noStrike">
                    <a:ln/>
                    <a:solidFill>
                      <a:srgbClr val="2F2F2F">
                        <a:alpha val="100000"/>
                      </a:srgbClr>
                    </a:solidFill>
                    <a:latin typeface="微软雅黑"/>
                    <a:ea typeface="微软雅黑"/>
                    <a:cs typeface="微软雅黑"/>
                  </a:rPr>
                  <a:t>在安装程序光盘映像文件(ISO)选项中，浏览并选择之前下载好的KELI系统镜像文件。</a:t>
                </a:r>
                <a:endParaRPr lang="en-US" sz="1100"/>
              </a:p>
            </p:txBody>
          </p:sp>
        </p:grpSp>
        <p:grpSp>
          <p:nvGrpSpPr>
            <p:cNvPr id="15" name="Group 15"/>
            <p:cNvGrpSpPr/>
            <p:nvPr/>
          </p:nvGrpSpPr>
          <p:grpSpPr>
            <a:xfrm>
              <a:off x="6493004" y="4119599"/>
              <a:ext cx="5025896" cy="2014501"/>
              <a:chOff x="6493004" y="4119599"/>
              <a:chExt cx="5025896" cy="2014501"/>
            </a:xfrm>
          </p:grpSpPr>
          <p:sp>
            <p:nvSpPr>
              <p:cNvPr id="16" name="TextBox 16"/>
              <p:cNvSpPr txBox="1"/>
              <p:nvPr/>
            </p:nvSpPr>
            <p:spPr>
              <a:xfrm flipH="1">
                <a:off x="8741189" y="4119599"/>
                <a:ext cx="529526" cy="520346"/>
              </a:xfrm>
              <a:prstGeom prst="rect">
                <a:avLst/>
              </a:prstGeom>
              <a:solidFill>
                <a:srgbClr val="2F2F2F">
                  <a:alpha val="100000"/>
                </a:srgbClr>
              </a:solidFill>
              <a:ln>
                <a:prstDash val="solid"/>
                <a:headEnd type="none"/>
                <a:tailEnd type="none"/>
              </a:ln>
            </p:spPr>
            <p:txBody>
              <a:bodyPr vert="horz" wrap="none" lIns="91440" tIns="45720" rIns="91440" bIns="45720" rtlCol="0" anchor="ctr" anchorCtr="0"/>
              <a:lstStyle/>
              <a:p>
                <a:pPr algn="ctr">
                  <a:defRPr/>
                </a:pPr>
                <a:r>
                  <a:rPr lang="en-US" sz="1600" b="1" i="0">
                    <a:ln/>
                    <a:solidFill>
                      <a:srgbClr val="FFFFFF">
                        <a:alpha val="100000"/>
                      </a:srgbClr>
                    </a:solidFill>
                    <a:latin typeface="Arial"/>
                    <a:ea typeface="Arial"/>
                    <a:cs typeface="Arial"/>
                  </a:rPr>
                  <a:t>03</a:t>
                </a:r>
                <a:endParaRPr lang="en-US" sz="1100"/>
              </a:p>
            </p:txBody>
          </p:sp>
          <p:sp>
            <p:nvSpPr>
              <p:cNvPr id="17" name="TextBox 17"/>
              <p:cNvSpPr txBox="1"/>
              <p:nvPr/>
            </p:nvSpPr>
            <p:spPr>
              <a:xfrm>
                <a:off x="6493004" y="4694100"/>
                <a:ext cx="5025896" cy="648000"/>
              </a:xfrm>
              <a:prstGeom prst="rect">
                <a:avLst/>
              </a:prstGeom>
              <a:ln>
                <a:headEnd type="none"/>
                <a:tailEnd type="none"/>
              </a:ln>
            </p:spPr>
            <p:txBody>
              <a:bodyPr vert="horz" wrap="square" lIns="91440" tIns="45720" rIns="91440" bIns="45720" rtlCol="0" anchor="b" anchorCtr="0"/>
              <a:lstStyle/>
              <a:p>
                <a:pPr algn="l">
                  <a:spcBef>
                    <a:spcPts val="0"/>
                  </a:spcBef>
                  <a:spcAft>
                    <a:spcPts val="0"/>
                  </a:spcAft>
                  <a:defRPr/>
                </a:pPr>
                <a:r>
                  <a:rPr lang="en-US" sz="1800" b="1" i="0">
                    <a:ln/>
                    <a:solidFill>
                      <a:srgbClr val="2F2F2F">
                        <a:alpha val="100000"/>
                      </a:srgbClr>
                    </a:solidFill>
                    <a:latin typeface="微软雅黑"/>
                    <a:ea typeface="微软雅黑"/>
                    <a:cs typeface="微软雅黑"/>
                  </a:rPr>
                  <a:t>配置硬件</a:t>
                </a:r>
                <a:endParaRPr lang="en-US" sz="1100"/>
              </a:p>
            </p:txBody>
          </p:sp>
          <p:sp>
            <p:nvSpPr>
              <p:cNvPr id="18" name="TextBox 18"/>
              <p:cNvSpPr txBox="1"/>
              <p:nvPr/>
            </p:nvSpPr>
            <p:spPr>
              <a:xfrm>
                <a:off x="6493004" y="5342100"/>
                <a:ext cx="5025896" cy="792000"/>
              </a:xfrm>
              <a:prstGeom prst="rect">
                <a:avLst/>
              </a:prstGeom>
              <a:ln>
                <a:headEnd type="none"/>
                <a:tailEnd type="none"/>
              </a:ln>
            </p:spPr>
            <p:txBody>
              <a:bodyPr vert="horz" wrap="square" lIns="91440" tIns="45720" rIns="91440" bIns="45720" rtlCol="0" anchor="t" anchorCtr="0"/>
              <a:lstStyle/>
              <a:p>
                <a:pPr algn="l">
                  <a:lnSpc>
                    <a:spcPct val="120000"/>
                  </a:lnSpc>
                  <a:defRPr/>
                </a:pPr>
                <a:r>
                  <a:rPr lang="en-US" sz="1200" b="0" i="0" strike="noStrike">
                    <a:ln/>
                    <a:solidFill>
                      <a:srgbClr val="2F2F2F">
                        <a:alpha val="100000"/>
                      </a:srgbClr>
                    </a:solidFill>
                    <a:latin typeface="微软雅黑"/>
                    <a:ea typeface="微软雅黑"/>
                    <a:cs typeface="微软雅黑"/>
                  </a:rPr>
                  <a:t>根据向导提示，为虚拟机分配处理器、内存、硬盘等资源，一般保持默认或按需调整即可。</a:t>
                </a:r>
                <a:endParaRPr lang="en-US" sz="1100"/>
              </a:p>
            </p:txBody>
          </p:sp>
        </p:grpSp>
        <p:grpSp>
          <p:nvGrpSpPr>
            <p:cNvPr id="19" name="Group 19"/>
            <p:cNvGrpSpPr/>
            <p:nvPr/>
          </p:nvGrpSpPr>
          <p:grpSpPr>
            <a:xfrm>
              <a:off x="660400" y="4119599"/>
              <a:ext cx="5025896" cy="2014501"/>
              <a:chOff x="660400" y="4119599"/>
              <a:chExt cx="5025896" cy="2014501"/>
            </a:xfrm>
          </p:grpSpPr>
          <p:sp>
            <p:nvSpPr>
              <p:cNvPr id="20" name="TextBox 20"/>
              <p:cNvSpPr txBox="1"/>
              <p:nvPr/>
            </p:nvSpPr>
            <p:spPr>
              <a:xfrm flipH="1">
                <a:off x="2908585" y="4119599"/>
                <a:ext cx="529526" cy="520346"/>
              </a:xfrm>
              <a:prstGeom prst="rect">
                <a:avLst/>
              </a:prstGeom>
              <a:solidFill>
                <a:srgbClr val="2F2F2F">
                  <a:alpha val="100000"/>
                </a:srgbClr>
              </a:solidFill>
              <a:ln>
                <a:prstDash val="solid"/>
                <a:headEnd type="none"/>
                <a:tailEnd type="none"/>
              </a:ln>
            </p:spPr>
            <p:txBody>
              <a:bodyPr vert="horz" wrap="none" lIns="91440" tIns="45720" rIns="91440" bIns="45720" rtlCol="0" anchor="ctr" anchorCtr="0"/>
              <a:lstStyle/>
              <a:p>
                <a:pPr algn="ctr">
                  <a:defRPr/>
                </a:pPr>
                <a:r>
                  <a:rPr lang="en-US" sz="1600" b="1" i="0">
                    <a:ln/>
                    <a:solidFill>
                      <a:srgbClr val="FFFFFF">
                        <a:alpha val="100000"/>
                      </a:srgbClr>
                    </a:solidFill>
                    <a:latin typeface="Arial"/>
                    <a:ea typeface="Arial"/>
                    <a:cs typeface="Arial"/>
                  </a:rPr>
                  <a:t>04</a:t>
                </a:r>
                <a:endParaRPr lang="en-US" sz="1100"/>
              </a:p>
            </p:txBody>
          </p:sp>
          <p:sp>
            <p:nvSpPr>
              <p:cNvPr id="21" name="TextBox 21"/>
              <p:cNvSpPr txBox="1"/>
              <p:nvPr/>
            </p:nvSpPr>
            <p:spPr>
              <a:xfrm>
                <a:off x="660400" y="4694100"/>
                <a:ext cx="5025896" cy="648000"/>
              </a:xfrm>
              <a:prstGeom prst="rect">
                <a:avLst/>
              </a:prstGeom>
              <a:ln>
                <a:headEnd type="none"/>
                <a:tailEnd type="none"/>
              </a:ln>
            </p:spPr>
            <p:txBody>
              <a:bodyPr vert="horz" wrap="square" lIns="91440" tIns="45720" rIns="91440" bIns="45720" rtlCol="0" anchor="b" anchorCtr="0"/>
              <a:lstStyle/>
              <a:p>
                <a:pPr algn="l">
                  <a:spcBef>
                    <a:spcPts val="0"/>
                  </a:spcBef>
                  <a:spcAft>
                    <a:spcPts val="0"/>
                  </a:spcAft>
                  <a:defRPr/>
                </a:pPr>
                <a:r>
                  <a:rPr lang="en-US" sz="1800" b="1" i="0">
                    <a:ln/>
                    <a:solidFill>
                      <a:srgbClr val="2F2F2F">
                        <a:alpha val="100000"/>
                      </a:srgbClr>
                    </a:solidFill>
                    <a:latin typeface="微软雅黑"/>
                    <a:ea typeface="微软雅黑"/>
                    <a:cs typeface="微软雅黑"/>
                  </a:rPr>
                  <a:t>完成安装</a:t>
                </a:r>
                <a:endParaRPr lang="en-US" sz="1100"/>
              </a:p>
            </p:txBody>
          </p:sp>
          <p:sp>
            <p:nvSpPr>
              <p:cNvPr id="22" name="TextBox 22"/>
              <p:cNvSpPr txBox="1"/>
              <p:nvPr/>
            </p:nvSpPr>
            <p:spPr>
              <a:xfrm>
                <a:off x="660400" y="5342100"/>
                <a:ext cx="5025896" cy="792000"/>
              </a:xfrm>
              <a:prstGeom prst="rect">
                <a:avLst/>
              </a:prstGeom>
              <a:ln>
                <a:headEnd type="none"/>
                <a:tailEnd type="none"/>
              </a:ln>
            </p:spPr>
            <p:txBody>
              <a:bodyPr vert="horz" wrap="square" lIns="91440" tIns="45720" rIns="91440" bIns="45720" rtlCol="0" anchor="t" anchorCtr="0"/>
              <a:lstStyle/>
              <a:p>
                <a:pPr algn="l">
                  <a:lnSpc>
                    <a:spcPct val="120000"/>
                  </a:lnSpc>
                  <a:defRPr/>
                </a:pPr>
                <a:r>
                  <a:rPr lang="en-US" sz="1200" b="0" i="0" strike="noStrike">
                    <a:ln/>
                    <a:solidFill>
                      <a:srgbClr val="2F2F2F">
                        <a:alpha val="100000"/>
                      </a:srgbClr>
                    </a:solidFill>
                    <a:latin typeface="微软雅黑"/>
                    <a:ea typeface="微软雅黑"/>
                    <a:cs typeface="微软雅黑"/>
                  </a:rPr>
                  <a:t>开启虚拟机电源，按照屏幕提示完成操作系统的安装过程，设置用户名、密码等基本信息。</a:t>
                </a:r>
                <a:endParaRPr lang="en-US" sz="1100"/>
              </a:p>
            </p:txBody>
          </p:sp>
        </p:grpSp>
      </p:grpSp>
      <p:sp>
        <p:nvSpPr>
          <p:cNvPr id="23" name="TextBox 23"/>
          <p:cNvSpPr txBox="1"/>
          <p:nvPr/>
        </p:nvSpPr>
        <p:spPr>
          <a:xfrm>
            <a:off x="660400" y="128587"/>
            <a:ext cx="10858500" cy="900112"/>
          </a:xfrm>
          <a:prstGeom prst="rect">
            <a:avLst/>
          </a:prstGeom>
          <a:ln>
            <a:headEnd type="none"/>
            <a:tailEnd type="none"/>
          </a:ln>
        </p:spPr>
        <p:txBody>
          <a:bodyPr vert="horz" wrap="square" lIns="91440" tIns="45720" rIns="91440" bIns="45720" rtlCol="0" anchor="b" anchorCtr="0"/>
          <a:lstStyle/>
          <a:p>
            <a:pPr algn="l">
              <a:lnSpc>
                <a:spcPct val="100000"/>
              </a:lnSpc>
              <a:spcBef>
                <a:spcPts val="0"/>
              </a:spcBef>
              <a:defRPr/>
            </a:pPr>
            <a:r>
              <a:rPr lang="en-US" sz="2800" b="1" i="0">
                <a:ln/>
                <a:solidFill>
                  <a:srgbClr val="2F2F2F">
                    <a:alpha val="100000"/>
                  </a:srgbClr>
                </a:solidFill>
                <a:latin typeface="微软雅黑"/>
                <a:ea typeface="微软雅黑"/>
                <a:cs typeface="微软雅黑"/>
              </a:rPr>
              <a:t>虚拟机安装流程</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a48a5782-5da7-4ddb-b380-4b1503098186"/>
          <p:cNvGrpSpPr/>
          <p:nvPr/>
        </p:nvGrpSpPr>
        <p:grpSpPr>
          <a:xfrm>
            <a:off x="1" y="1130300"/>
            <a:ext cx="11518899" cy="5727700"/>
            <a:chOff x="1" y="1130300"/>
            <a:chExt cx="11518899" cy="5727700"/>
          </a:xfrm>
        </p:grpSpPr>
        <p:sp>
          <p:nvSpPr>
            <p:cNvPr id="3" name="AutoShape 3"/>
            <p:cNvSpPr/>
            <p:nvPr/>
          </p:nvSpPr>
          <p:spPr>
            <a:xfrm>
              <a:off x="2939270" y="2814490"/>
              <a:ext cx="8579630" cy="0"/>
            </a:xfrm>
            <a:prstGeom prst="line">
              <a:avLst/>
            </a:prstGeom>
            <a:ln w="6350">
              <a:solidFill>
                <a:srgbClr val="778495">
                  <a:alpha val="50196"/>
                </a:srgbClr>
              </a:solidFill>
              <a:prstDash val="solid"/>
              <a:headEnd type="none"/>
              <a:tailEnd type="none"/>
            </a:ln>
          </p:spPr>
        </p:sp>
        <p:sp>
          <p:nvSpPr>
            <p:cNvPr id="4" name="AutoShape 4"/>
            <p:cNvSpPr/>
            <p:nvPr/>
          </p:nvSpPr>
          <p:spPr>
            <a:xfrm>
              <a:off x="2939270" y="3946604"/>
              <a:ext cx="8579630" cy="0"/>
            </a:xfrm>
            <a:prstGeom prst="line">
              <a:avLst/>
            </a:prstGeom>
            <a:ln w="6350">
              <a:solidFill>
                <a:srgbClr val="778495">
                  <a:alpha val="50196"/>
                </a:srgbClr>
              </a:solidFill>
              <a:prstDash val="solid"/>
              <a:headEnd type="none"/>
              <a:tailEnd type="none"/>
            </a:ln>
          </p:spPr>
        </p:sp>
        <p:sp>
          <p:nvSpPr>
            <p:cNvPr id="5" name="AutoShape 5"/>
            <p:cNvSpPr/>
            <p:nvPr/>
          </p:nvSpPr>
          <p:spPr>
            <a:xfrm>
              <a:off x="2939270" y="5064204"/>
              <a:ext cx="8579630" cy="0"/>
            </a:xfrm>
            <a:prstGeom prst="line">
              <a:avLst/>
            </a:prstGeom>
            <a:ln w="6350">
              <a:solidFill>
                <a:srgbClr val="778495">
                  <a:alpha val="50196"/>
                </a:srgbClr>
              </a:solidFill>
              <a:prstDash val="solid"/>
              <a:headEnd type="none"/>
              <a:tailEnd type="none"/>
            </a:ln>
          </p:spPr>
        </p:sp>
        <p:sp>
          <p:nvSpPr>
            <p:cNvPr id="6" name="TextBox 6"/>
            <p:cNvSpPr txBox="1"/>
            <p:nvPr/>
          </p:nvSpPr>
          <p:spPr>
            <a:xfrm>
              <a:off x="660400" y="1130300"/>
              <a:ext cx="10858500" cy="461665"/>
            </a:xfrm>
            <a:prstGeom prst="rect">
              <a:avLst/>
            </a:prstGeom>
            <a:ln>
              <a:headEnd type="none"/>
              <a:tailEnd type="none"/>
            </a:ln>
          </p:spPr>
          <p:txBody>
            <a:bodyPr vert="horz" wrap="square" lIns="91440" tIns="45720" rIns="91440" bIns="45720" rtlCol="0" anchor="t" anchorCtr="1"/>
            <a:lstStyle/>
            <a:p>
              <a:pPr algn="ctr">
                <a:defRPr/>
              </a:pPr>
              <a:r>
                <a:rPr lang="en-US" sz="2400" b="1" i="0">
                  <a:ln/>
                  <a:solidFill>
                    <a:srgbClr val="2F2F2F">
                      <a:alpha val="100000"/>
                    </a:srgbClr>
                  </a:solidFill>
                  <a:latin typeface="微软雅黑"/>
                  <a:ea typeface="微软雅黑"/>
                  <a:cs typeface="微软雅黑"/>
                </a:rPr>
                <a:t>将KELI直接安装到物理机硬盘</a:t>
              </a:r>
              <a:endParaRPr lang="en-US" sz="1100"/>
            </a:p>
          </p:txBody>
        </p:sp>
        <p:grpSp>
          <p:nvGrpSpPr>
            <p:cNvPr id="7" name="Group 7"/>
            <p:cNvGrpSpPr/>
            <p:nvPr/>
          </p:nvGrpSpPr>
          <p:grpSpPr>
            <a:xfrm>
              <a:off x="1" y="1896922"/>
              <a:ext cx="11504715" cy="4961078"/>
              <a:chOff x="1" y="1896922"/>
              <a:chExt cx="11504715" cy="4961078"/>
            </a:xfrm>
          </p:grpSpPr>
          <p:sp>
            <p:nvSpPr>
              <p:cNvPr id="8" name="TextBox 8"/>
              <p:cNvSpPr txBox="1"/>
              <p:nvPr/>
            </p:nvSpPr>
            <p:spPr>
              <a:xfrm>
                <a:off x="6096000" y="1896922"/>
                <a:ext cx="5408716" cy="757622"/>
              </a:xfrm>
              <a:prstGeom prst="rect">
                <a:avLst/>
              </a:prstGeom>
              <a:ln>
                <a:headEnd type="none"/>
                <a:tailEnd type="none"/>
              </a:ln>
            </p:spPr>
            <p:txBody>
              <a:bodyPr vert="horz" wrap="square" lIns="90000" tIns="46800" rIns="90000" bIns="46800" rtlCol="0" anchor="ctr" anchorCtr="0"/>
              <a:lstStyle/>
              <a:p>
                <a:pPr algn="l">
                  <a:lnSpc>
                    <a:spcPct val="120000"/>
                  </a:lnSpc>
                  <a:defRPr/>
                </a:pPr>
                <a:r>
                  <a:rPr lang="en-US" sz="1200" b="0" i="0">
                    <a:ln/>
                    <a:solidFill>
                      <a:srgbClr val="2F2F2F">
                        <a:alpha val="100000"/>
                      </a:srgbClr>
                    </a:solidFill>
                    <a:latin typeface="微软雅黑"/>
                    <a:ea typeface="微软雅黑"/>
                    <a:cs typeface="微软雅黑"/>
                  </a:rPr>
                  <a:t>使用工具（如Rufus）将下载的KELI镜像写入U盘，制作成可启动的Live USB。</a:t>
                </a:r>
                <a:endParaRPr lang="en-US" sz="1100"/>
              </a:p>
            </p:txBody>
          </p:sp>
          <p:sp>
            <p:nvSpPr>
              <p:cNvPr id="9" name="TextBox 9"/>
              <p:cNvSpPr txBox="1"/>
              <p:nvPr/>
            </p:nvSpPr>
            <p:spPr>
              <a:xfrm>
                <a:off x="2939270" y="2057327"/>
                <a:ext cx="432000" cy="432000"/>
              </a:xfrm>
              <a:prstGeom prst="rect">
                <a:avLst/>
              </a:prstGeom>
              <a:solidFill>
                <a:srgbClr val="0F3EE2">
                  <a:alpha val="100000"/>
                </a:srgbClr>
              </a:solidFill>
              <a:ln>
                <a:prstDash val="solid"/>
                <a:headEnd type="none"/>
                <a:tailEnd type="none"/>
              </a:ln>
            </p:spPr>
            <p:txBody>
              <a:bodyPr vert="horz" wrap="none" lIns="91440" tIns="45720" rIns="91440" bIns="45720" rtlCol="0" anchor="ctr" anchorCtr="0"/>
              <a:lstStyle/>
              <a:p>
                <a:pPr algn="ctr">
                  <a:defRPr/>
                </a:pPr>
                <a:r>
                  <a:rPr lang="en-US" sz="1600" b="1" i="0">
                    <a:ln/>
                    <a:solidFill>
                      <a:srgbClr val="FFFFFF">
                        <a:alpha val="100000"/>
                      </a:srgbClr>
                    </a:solidFill>
                    <a:latin typeface="Arial"/>
                    <a:ea typeface="Arial"/>
                    <a:cs typeface="Arial"/>
                  </a:rPr>
                  <a:t>01.</a:t>
                </a:r>
                <a:endParaRPr lang="en-US" sz="1100"/>
              </a:p>
            </p:txBody>
          </p:sp>
          <p:sp>
            <p:nvSpPr>
              <p:cNvPr id="10" name="TextBox 10"/>
              <p:cNvSpPr txBox="1"/>
              <p:nvPr/>
            </p:nvSpPr>
            <p:spPr>
              <a:xfrm>
                <a:off x="3515918" y="1896922"/>
                <a:ext cx="2550724" cy="757622"/>
              </a:xfrm>
              <a:prstGeom prst="rect">
                <a:avLst/>
              </a:prstGeom>
              <a:ln>
                <a:headEnd type="none"/>
                <a:tailEnd type="none"/>
              </a:ln>
            </p:spPr>
            <p:txBody>
              <a:bodyPr vert="horz" wrap="square" lIns="90000" tIns="46800" rIns="90000" bIns="46800" rtlCol="0" anchor="ctr" anchorCtr="0"/>
              <a:lstStyle/>
              <a:p>
                <a:pPr algn="r">
                  <a:defRPr/>
                </a:pPr>
                <a:r>
                  <a:rPr lang="en-US" sz="1800" b="1" i="0">
                    <a:ln/>
                    <a:solidFill>
                      <a:srgbClr val="2F2F2F">
                        <a:alpha val="100000"/>
                      </a:srgbClr>
                    </a:solidFill>
                    <a:latin typeface="微软雅黑"/>
                    <a:ea typeface="微软雅黑"/>
                    <a:cs typeface="微软雅黑"/>
                  </a:rPr>
                  <a:t>制作启动盘</a:t>
                </a:r>
                <a:endParaRPr lang="en-US" sz="1100"/>
              </a:p>
            </p:txBody>
          </p:sp>
          <p:sp>
            <p:nvSpPr>
              <p:cNvPr id="11" name="AutoShape 11"/>
              <p:cNvSpPr/>
              <p:nvPr/>
            </p:nvSpPr>
            <p:spPr>
              <a:xfrm>
                <a:off x="1" y="1896922"/>
                <a:ext cx="2661860" cy="4961078"/>
              </a:xfrm>
              <a:prstGeom prst="rect">
                <a:avLst/>
              </a:prstGeom>
              <a:blipFill rotWithShape="1">
                <a:blip r:embed="rId2">
                  <a:alphaModFix/>
                  <a:alphaModFix/>
                </a:blip>
                <a:stretch>
                  <a:fillRect l="-90101" r="-89245"/>
                </a:stretch>
              </a:blipFill>
              <a:ln>
                <a:prstDash val="solid"/>
                <a:headEnd type="none"/>
                <a:tailEnd type="none"/>
              </a:ln>
            </p:spPr>
          </p:sp>
        </p:grpSp>
        <p:grpSp>
          <p:nvGrpSpPr>
            <p:cNvPr id="12" name="Group 12"/>
            <p:cNvGrpSpPr/>
            <p:nvPr/>
          </p:nvGrpSpPr>
          <p:grpSpPr>
            <a:xfrm>
              <a:off x="2939270" y="3014203"/>
              <a:ext cx="8565446" cy="757622"/>
              <a:chOff x="2939270" y="3014203"/>
              <a:chExt cx="8565446" cy="757622"/>
            </a:xfrm>
          </p:grpSpPr>
          <p:sp>
            <p:nvSpPr>
              <p:cNvPr id="13" name="TextBox 13"/>
              <p:cNvSpPr txBox="1"/>
              <p:nvPr/>
            </p:nvSpPr>
            <p:spPr>
              <a:xfrm>
                <a:off x="2939270" y="3178693"/>
                <a:ext cx="432000" cy="432000"/>
              </a:xfrm>
              <a:prstGeom prst="rect">
                <a:avLst/>
              </a:prstGeom>
              <a:solidFill>
                <a:srgbClr val="0F3EE2">
                  <a:alpha val="100000"/>
                </a:srgbClr>
              </a:solidFill>
              <a:ln>
                <a:prstDash val="solid"/>
                <a:headEnd type="none"/>
                <a:tailEnd type="none"/>
              </a:ln>
            </p:spPr>
            <p:txBody>
              <a:bodyPr vert="horz" wrap="none" lIns="91440" tIns="45720" rIns="91440" bIns="45720" rtlCol="0" anchor="ctr" anchorCtr="0"/>
              <a:lstStyle/>
              <a:p>
                <a:pPr algn="ctr">
                  <a:defRPr/>
                </a:pPr>
                <a:r>
                  <a:rPr lang="en-US" sz="1600" b="1" i="0">
                    <a:ln/>
                    <a:solidFill>
                      <a:srgbClr val="FFFFFF">
                        <a:alpha val="100000"/>
                      </a:srgbClr>
                    </a:solidFill>
                    <a:latin typeface="Arial"/>
                    <a:ea typeface="Arial"/>
                    <a:cs typeface="Arial"/>
                  </a:rPr>
                  <a:t>02.</a:t>
                </a:r>
                <a:endParaRPr lang="en-US" sz="1100"/>
              </a:p>
            </p:txBody>
          </p:sp>
          <p:sp>
            <p:nvSpPr>
              <p:cNvPr id="14" name="TextBox 14"/>
              <p:cNvSpPr txBox="1"/>
              <p:nvPr/>
            </p:nvSpPr>
            <p:spPr>
              <a:xfrm>
                <a:off x="6096000" y="3014203"/>
                <a:ext cx="5408716" cy="757622"/>
              </a:xfrm>
              <a:prstGeom prst="rect">
                <a:avLst/>
              </a:prstGeom>
              <a:ln>
                <a:headEnd type="none"/>
                <a:tailEnd type="none"/>
              </a:ln>
            </p:spPr>
            <p:txBody>
              <a:bodyPr vert="horz" wrap="square" lIns="90000" tIns="46800" rIns="90000" bIns="46800" rtlCol="0" anchor="ctr" anchorCtr="0"/>
              <a:lstStyle/>
              <a:p>
                <a:pPr algn="l">
                  <a:lnSpc>
                    <a:spcPct val="120000"/>
                  </a:lnSpc>
                  <a:defRPr/>
                </a:pPr>
                <a:r>
                  <a:rPr lang="en-US" sz="1200" b="0" i="0">
                    <a:ln/>
                    <a:solidFill>
                      <a:srgbClr val="2F2F2F">
                        <a:alpha val="100000"/>
                      </a:srgbClr>
                    </a:solidFill>
                    <a:latin typeface="微软雅黑"/>
                    <a:ea typeface="微软雅黑"/>
                    <a:cs typeface="微软雅黑"/>
                  </a:rPr>
                  <a:t>重启计算机，进入BIOS设置，开启TPM 2.0和安全启动（Secure Boot）相关选项。</a:t>
                </a:r>
                <a:endParaRPr lang="en-US" sz="1100"/>
              </a:p>
            </p:txBody>
          </p:sp>
          <p:sp>
            <p:nvSpPr>
              <p:cNvPr id="15" name="TextBox 15"/>
              <p:cNvSpPr txBox="1"/>
              <p:nvPr/>
            </p:nvSpPr>
            <p:spPr>
              <a:xfrm>
                <a:off x="3515918" y="3014203"/>
                <a:ext cx="2550724" cy="757622"/>
              </a:xfrm>
              <a:prstGeom prst="rect">
                <a:avLst/>
              </a:prstGeom>
              <a:ln>
                <a:headEnd type="none"/>
                <a:tailEnd type="none"/>
              </a:ln>
            </p:spPr>
            <p:txBody>
              <a:bodyPr vert="horz" wrap="square" lIns="90000" tIns="46800" rIns="90000" bIns="46800" rtlCol="0" anchor="ctr" anchorCtr="0"/>
              <a:lstStyle/>
              <a:p>
                <a:pPr algn="r">
                  <a:defRPr/>
                </a:pPr>
                <a:r>
                  <a:rPr lang="en-US" sz="1800" b="1" i="0">
                    <a:ln/>
                    <a:solidFill>
                      <a:srgbClr val="2F2F2F">
                        <a:alpha val="100000"/>
                      </a:srgbClr>
                    </a:solidFill>
                    <a:latin typeface="微软雅黑"/>
                    <a:ea typeface="微软雅黑"/>
                    <a:cs typeface="微软雅黑"/>
                  </a:rPr>
                  <a:t>重启进入BIOS</a:t>
                </a:r>
                <a:endParaRPr lang="en-US" sz="1100"/>
              </a:p>
            </p:txBody>
          </p:sp>
        </p:grpSp>
        <p:grpSp>
          <p:nvGrpSpPr>
            <p:cNvPr id="16" name="Group 16"/>
            <p:cNvGrpSpPr/>
            <p:nvPr/>
          </p:nvGrpSpPr>
          <p:grpSpPr>
            <a:xfrm>
              <a:off x="2939270" y="4131484"/>
              <a:ext cx="8565446" cy="757622"/>
              <a:chOff x="2939270" y="4131484"/>
              <a:chExt cx="8565446" cy="757622"/>
            </a:xfrm>
          </p:grpSpPr>
          <p:sp>
            <p:nvSpPr>
              <p:cNvPr id="17" name="TextBox 17"/>
              <p:cNvSpPr txBox="1"/>
              <p:nvPr/>
            </p:nvSpPr>
            <p:spPr>
              <a:xfrm>
                <a:off x="6096000" y="4131484"/>
                <a:ext cx="5408716" cy="757622"/>
              </a:xfrm>
              <a:prstGeom prst="rect">
                <a:avLst/>
              </a:prstGeom>
              <a:ln>
                <a:headEnd type="none"/>
                <a:tailEnd type="none"/>
              </a:ln>
            </p:spPr>
            <p:txBody>
              <a:bodyPr vert="horz" wrap="square" lIns="90000" tIns="46800" rIns="90000" bIns="46800" rtlCol="0" anchor="ctr" anchorCtr="0"/>
              <a:lstStyle/>
              <a:p>
                <a:pPr algn="l">
                  <a:lnSpc>
                    <a:spcPct val="120000"/>
                  </a:lnSpc>
                  <a:defRPr/>
                </a:pPr>
                <a:r>
                  <a:rPr lang="en-US" sz="1200" b="0" i="0">
                    <a:ln/>
                    <a:solidFill>
                      <a:srgbClr val="2F2F2F">
                        <a:alpha val="100000"/>
                      </a:srgbClr>
                    </a:solidFill>
                    <a:latin typeface="微软雅黑"/>
                    <a:ea typeface="微软雅黑"/>
                    <a:cs typeface="微软雅黑"/>
                  </a:rPr>
                  <a:t>保存BIOS设置并重启，按启动菜单键（如F12）选择从U盘启动，进入KELI的Live环境。</a:t>
                </a:r>
                <a:endParaRPr lang="en-US" sz="1100"/>
              </a:p>
            </p:txBody>
          </p:sp>
          <p:sp>
            <p:nvSpPr>
              <p:cNvPr id="18" name="TextBox 18"/>
              <p:cNvSpPr txBox="1"/>
              <p:nvPr/>
            </p:nvSpPr>
            <p:spPr>
              <a:xfrm>
                <a:off x="2939270" y="4291889"/>
                <a:ext cx="432000" cy="432000"/>
              </a:xfrm>
              <a:prstGeom prst="rect">
                <a:avLst/>
              </a:prstGeom>
              <a:solidFill>
                <a:srgbClr val="0F3EE2">
                  <a:alpha val="100000"/>
                </a:srgbClr>
              </a:solidFill>
              <a:ln>
                <a:prstDash val="solid"/>
                <a:headEnd type="none"/>
                <a:tailEnd type="none"/>
              </a:ln>
            </p:spPr>
            <p:txBody>
              <a:bodyPr vert="horz" wrap="none" lIns="91440" tIns="45720" rIns="91440" bIns="45720" rtlCol="0" anchor="ctr" anchorCtr="0"/>
              <a:lstStyle/>
              <a:p>
                <a:pPr algn="ctr">
                  <a:defRPr/>
                </a:pPr>
                <a:r>
                  <a:rPr lang="en-US" sz="1600" b="1" i="0">
                    <a:ln/>
                    <a:solidFill>
                      <a:srgbClr val="FFFFFF">
                        <a:alpha val="100000"/>
                      </a:srgbClr>
                    </a:solidFill>
                    <a:latin typeface="Arial"/>
                    <a:ea typeface="Arial"/>
                    <a:cs typeface="Arial"/>
                  </a:rPr>
                  <a:t>03.</a:t>
                </a:r>
                <a:endParaRPr lang="en-US" sz="1100"/>
              </a:p>
            </p:txBody>
          </p:sp>
          <p:sp>
            <p:nvSpPr>
              <p:cNvPr id="19" name="TextBox 19"/>
              <p:cNvSpPr txBox="1"/>
              <p:nvPr/>
            </p:nvSpPr>
            <p:spPr>
              <a:xfrm>
                <a:off x="3501734" y="4131484"/>
                <a:ext cx="2564908" cy="757622"/>
              </a:xfrm>
              <a:prstGeom prst="rect">
                <a:avLst/>
              </a:prstGeom>
              <a:ln>
                <a:headEnd type="none"/>
                <a:tailEnd type="none"/>
              </a:ln>
            </p:spPr>
            <p:txBody>
              <a:bodyPr vert="horz" wrap="square" lIns="90000" tIns="46800" rIns="90000" bIns="46800" rtlCol="0" anchor="ctr" anchorCtr="0"/>
              <a:lstStyle/>
              <a:p>
                <a:pPr algn="r">
                  <a:defRPr/>
                </a:pPr>
                <a:r>
                  <a:rPr lang="en-US" sz="1800" b="1" i="0">
                    <a:ln/>
                    <a:solidFill>
                      <a:srgbClr val="2F2F2F">
                        <a:alpha val="100000"/>
                      </a:srgbClr>
                    </a:solidFill>
                    <a:latin typeface="微软雅黑"/>
                    <a:ea typeface="微软雅黑"/>
                    <a:cs typeface="微软雅黑"/>
                  </a:rPr>
                  <a:t>从U盘启动</a:t>
                </a:r>
                <a:endParaRPr lang="en-US" sz="1100"/>
              </a:p>
            </p:txBody>
          </p:sp>
        </p:grpSp>
        <p:grpSp>
          <p:nvGrpSpPr>
            <p:cNvPr id="20" name="Group 20"/>
            <p:cNvGrpSpPr/>
            <p:nvPr/>
          </p:nvGrpSpPr>
          <p:grpSpPr>
            <a:xfrm>
              <a:off x="2939270" y="5248764"/>
              <a:ext cx="8565446" cy="757622"/>
              <a:chOff x="2939270" y="5248764"/>
              <a:chExt cx="8565446" cy="757622"/>
            </a:xfrm>
          </p:grpSpPr>
          <p:sp>
            <p:nvSpPr>
              <p:cNvPr id="21" name="TextBox 21"/>
              <p:cNvSpPr txBox="1"/>
              <p:nvPr/>
            </p:nvSpPr>
            <p:spPr>
              <a:xfrm>
                <a:off x="6096000" y="5248764"/>
                <a:ext cx="5408716" cy="757622"/>
              </a:xfrm>
              <a:prstGeom prst="rect">
                <a:avLst/>
              </a:prstGeom>
              <a:ln>
                <a:headEnd type="none"/>
                <a:tailEnd type="none"/>
              </a:ln>
            </p:spPr>
            <p:txBody>
              <a:bodyPr vert="horz" wrap="square" lIns="90000" tIns="46800" rIns="90000" bIns="46800" rtlCol="0" anchor="ctr" anchorCtr="0"/>
              <a:lstStyle/>
              <a:p>
                <a:pPr algn="l">
                  <a:lnSpc>
                    <a:spcPct val="120000"/>
                  </a:lnSpc>
                  <a:defRPr/>
                </a:pPr>
                <a:r>
                  <a:rPr lang="en-US" sz="1200" b="0" i="0">
                    <a:ln/>
                    <a:solidFill>
                      <a:srgbClr val="2F2F2F">
                        <a:alpha val="100000"/>
                      </a:srgbClr>
                    </a:solidFill>
                    <a:latin typeface="微软雅黑"/>
                    <a:ea typeface="微软雅黑"/>
                    <a:cs typeface="微软雅黑"/>
                  </a:rPr>
                  <a:t>在Live环境中，打开终端或使用图形化工具，启动硬盘安装程序，将系统安装到本地硬盘。</a:t>
                </a:r>
                <a:endParaRPr lang="en-US" sz="1100"/>
              </a:p>
            </p:txBody>
          </p:sp>
          <p:sp>
            <p:nvSpPr>
              <p:cNvPr id="22" name="TextBox 22"/>
              <p:cNvSpPr txBox="1"/>
              <p:nvPr/>
            </p:nvSpPr>
            <p:spPr>
              <a:xfrm>
                <a:off x="2939270" y="5409169"/>
                <a:ext cx="432000" cy="432000"/>
              </a:xfrm>
              <a:prstGeom prst="rect">
                <a:avLst/>
              </a:prstGeom>
              <a:solidFill>
                <a:srgbClr val="0F3EE2">
                  <a:alpha val="100000"/>
                </a:srgbClr>
              </a:solidFill>
              <a:ln>
                <a:prstDash val="solid"/>
                <a:headEnd type="none"/>
                <a:tailEnd type="none"/>
              </a:ln>
            </p:spPr>
            <p:txBody>
              <a:bodyPr vert="horz" wrap="none" lIns="91440" tIns="45720" rIns="91440" bIns="45720" rtlCol="0" anchor="ctr" anchorCtr="0"/>
              <a:lstStyle/>
              <a:p>
                <a:pPr algn="ctr">
                  <a:defRPr/>
                </a:pPr>
                <a:r>
                  <a:rPr lang="en-US" sz="1600" b="1" i="0">
                    <a:ln/>
                    <a:solidFill>
                      <a:srgbClr val="FFFFFF">
                        <a:alpha val="100000"/>
                      </a:srgbClr>
                    </a:solidFill>
                    <a:latin typeface="Arial"/>
                    <a:ea typeface="Arial"/>
                    <a:cs typeface="Arial"/>
                  </a:rPr>
                  <a:t>04.</a:t>
                </a:r>
                <a:endParaRPr lang="en-US" sz="1100"/>
              </a:p>
            </p:txBody>
          </p:sp>
          <p:sp>
            <p:nvSpPr>
              <p:cNvPr id="23" name="TextBox 23"/>
              <p:cNvSpPr txBox="1"/>
              <p:nvPr/>
            </p:nvSpPr>
            <p:spPr>
              <a:xfrm>
                <a:off x="3501734" y="5248764"/>
                <a:ext cx="2564908" cy="757622"/>
              </a:xfrm>
              <a:prstGeom prst="rect">
                <a:avLst/>
              </a:prstGeom>
              <a:ln>
                <a:headEnd type="none"/>
                <a:tailEnd type="none"/>
              </a:ln>
            </p:spPr>
            <p:txBody>
              <a:bodyPr vert="horz" wrap="square" lIns="90000" tIns="46800" rIns="90000" bIns="46800" rtlCol="0" anchor="ctr" anchorCtr="0"/>
              <a:lstStyle/>
              <a:p>
                <a:pPr algn="r">
                  <a:defRPr/>
                </a:pPr>
                <a:r>
                  <a:rPr lang="en-US" sz="1800" b="1" i="0">
                    <a:ln/>
                    <a:solidFill>
                      <a:srgbClr val="2F2F2F">
                        <a:alpha val="100000"/>
                      </a:srgbClr>
                    </a:solidFill>
                    <a:latin typeface="微软雅黑"/>
                    <a:ea typeface="微软雅黑"/>
                    <a:cs typeface="微软雅黑"/>
                  </a:rPr>
                  <a:t>执行安装程序</a:t>
                </a:r>
                <a:endParaRPr lang="en-US" sz="1100"/>
              </a:p>
            </p:txBody>
          </p:sp>
        </p:grpSp>
      </p:grpSp>
      <p:sp>
        <p:nvSpPr>
          <p:cNvPr id="24" name="TextBox 24"/>
          <p:cNvSpPr txBox="1"/>
          <p:nvPr/>
        </p:nvSpPr>
        <p:spPr>
          <a:xfrm>
            <a:off x="660400" y="128587"/>
            <a:ext cx="10858500" cy="900112"/>
          </a:xfrm>
          <a:prstGeom prst="rect">
            <a:avLst/>
          </a:prstGeom>
          <a:ln>
            <a:headEnd type="none"/>
            <a:tailEnd type="none"/>
          </a:ln>
        </p:spPr>
        <p:txBody>
          <a:bodyPr vert="horz" wrap="square" lIns="91440" tIns="45720" rIns="91440" bIns="45720" rtlCol="0" anchor="b" anchorCtr="0"/>
          <a:lstStyle/>
          <a:p>
            <a:pPr algn="l">
              <a:lnSpc>
                <a:spcPct val="100000"/>
              </a:lnSpc>
              <a:spcBef>
                <a:spcPts val="0"/>
              </a:spcBef>
              <a:defRPr/>
            </a:pPr>
            <a:r>
              <a:rPr lang="en-US" sz="2800" b="1" i="0">
                <a:ln/>
                <a:solidFill>
                  <a:srgbClr val="2F2F2F">
                    <a:alpha val="100000"/>
                  </a:srgbClr>
                </a:solidFill>
                <a:latin typeface="微软雅黑"/>
                <a:ea typeface="微软雅黑"/>
                <a:cs typeface="微软雅黑"/>
              </a:rPr>
              <a:t>物理机安装流程</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9348004e-54f1-4031-a734-3b6d6801ea33"/>
          <p:cNvGrpSpPr/>
          <p:nvPr/>
        </p:nvGrpSpPr>
        <p:grpSpPr>
          <a:xfrm>
            <a:off x="0" y="1130300"/>
            <a:ext cx="12192000" cy="5727700"/>
            <a:chOff x="0" y="1130300"/>
            <a:chExt cx="12192000" cy="5727700"/>
          </a:xfrm>
        </p:grpSpPr>
        <p:sp>
          <p:nvSpPr>
            <p:cNvPr id="3" name="TextBox 3"/>
            <p:cNvSpPr txBox="1"/>
            <p:nvPr/>
          </p:nvSpPr>
          <p:spPr>
            <a:xfrm>
              <a:off x="660400" y="1130300"/>
              <a:ext cx="10858500" cy="900112"/>
            </a:xfrm>
            <a:prstGeom prst="rect">
              <a:avLst/>
            </a:prstGeom>
            <a:ln>
              <a:prstDash val="solid"/>
              <a:headEnd type="none"/>
              <a:tailEnd type="none"/>
            </a:ln>
          </p:spPr>
          <p:txBody>
            <a:bodyPr vert="horz" wrap="square" lIns="91440" tIns="45720" rIns="91440" bIns="45720" rtlCol="0" anchor="ctr" anchorCtr="0"/>
            <a:lstStyle/>
            <a:p>
              <a:pPr algn="l">
                <a:defRPr/>
              </a:pPr>
              <a:r>
                <a:rPr lang="en-US" sz="2400" b="1" i="0">
                  <a:ln/>
                  <a:solidFill>
                    <a:srgbClr val="2F2F2F">
                      <a:alpha val="100000"/>
                    </a:srgbClr>
                  </a:solidFill>
                  <a:latin typeface="微软雅黑"/>
                  <a:ea typeface="微软雅黑"/>
                  <a:cs typeface="微软雅黑"/>
                </a:rPr>
                <a:t>完成安装后，进行必要的初始设置</a:t>
              </a:r>
              <a:endParaRPr lang="en-US" sz="1100"/>
            </a:p>
          </p:txBody>
        </p:sp>
        <p:sp>
          <p:nvSpPr>
            <p:cNvPr id="4" name="AutoShape 4"/>
            <p:cNvSpPr/>
            <p:nvPr/>
          </p:nvSpPr>
          <p:spPr>
            <a:xfrm>
              <a:off x="0" y="6692900"/>
              <a:ext cx="12192000" cy="165100"/>
            </a:xfrm>
            <a:custGeom>
              <a:avLst/>
              <a:gdLst/>
              <a:ahLst/>
              <a:cxnLst/>
              <a:rect l="l" t="t" r="r" b="b"/>
              <a:pathLst>
                <a:path w="12192000" h="165100">
                  <a:moveTo>
                    <a:pt x="0" y="0"/>
                  </a:moveTo>
                  <a:lnTo>
                    <a:pt x="12192000" y="0"/>
                  </a:lnTo>
                  <a:lnTo>
                    <a:pt x="12192000" y="165100"/>
                  </a:lnTo>
                  <a:lnTo>
                    <a:pt x="0" y="165100"/>
                  </a:lnTo>
                  <a:close/>
                </a:path>
              </a:pathLst>
            </a:custGeom>
            <a:solidFill>
              <a:srgbClr val="0F3EE2">
                <a:alpha val="100000"/>
              </a:srgbClr>
            </a:solidFill>
            <a:ln>
              <a:prstDash val="solid"/>
              <a:headEnd type="none"/>
              <a:tailEnd type="none"/>
            </a:ln>
          </p:spPr>
        </p:sp>
        <p:grpSp>
          <p:nvGrpSpPr>
            <p:cNvPr id="5" name="Group 5"/>
            <p:cNvGrpSpPr/>
            <p:nvPr/>
          </p:nvGrpSpPr>
          <p:grpSpPr>
            <a:xfrm>
              <a:off x="660400" y="2608544"/>
              <a:ext cx="3223429" cy="3316233"/>
              <a:chOff x="660400" y="2608544"/>
              <a:chExt cx="3223429" cy="3316233"/>
            </a:xfrm>
          </p:grpSpPr>
          <p:sp>
            <p:nvSpPr>
              <p:cNvPr id="6" name="TextBox 6"/>
              <p:cNvSpPr txBox="1"/>
              <p:nvPr/>
            </p:nvSpPr>
            <p:spPr>
              <a:xfrm>
                <a:off x="660400" y="3338795"/>
                <a:ext cx="3223429" cy="522243"/>
              </a:xfrm>
              <a:prstGeom prst="rect">
                <a:avLst/>
              </a:prstGeom>
              <a:ln>
                <a:headEnd type="none"/>
                <a:tailEnd type="none"/>
              </a:ln>
            </p:spPr>
            <p:txBody>
              <a:bodyPr vert="horz" wrap="square" lIns="91440" tIns="45720" rIns="91440" bIns="45720" rtlCol="0" anchor="b" anchorCtr="0"/>
              <a:lstStyle/>
              <a:p>
                <a:pPr algn="l">
                  <a:defRPr/>
                </a:pPr>
                <a:r>
                  <a:rPr lang="en-US" sz="1800" b="1" i="0">
                    <a:ln/>
                    <a:solidFill>
                      <a:srgbClr val="2F2F2F">
                        <a:alpha val="100000"/>
                      </a:srgbClr>
                    </a:solidFill>
                    <a:latin typeface="微软雅黑"/>
                    <a:ea typeface="微软雅黑"/>
                    <a:cs typeface="微软雅黑"/>
                  </a:rPr>
                  <a:t>修改root密码</a:t>
                </a:r>
                <a:endParaRPr lang="en-US" sz="1100"/>
              </a:p>
            </p:txBody>
          </p:sp>
          <p:sp>
            <p:nvSpPr>
              <p:cNvPr id="7" name="TextBox 7"/>
              <p:cNvSpPr txBox="1"/>
              <p:nvPr/>
            </p:nvSpPr>
            <p:spPr>
              <a:xfrm>
                <a:off x="660400" y="3861039"/>
                <a:ext cx="3223429" cy="2063738"/>
              </a:xfrm>
              <a:prstGeom prst="rect">
                <a:avLst/>
              </a:prstGeom>
              <a:ln>
                <a:headEnd type="none"/>
                <a:tailEnd type="none"/>
              </a:ln>
            </p:spPr>
            <p:txBody>
              <a:bodyPr vert="horz" wrap="square" lIns="91440" tIns="45720" rIns="91440" bIns="45720" rtlCol="0" anchor="t" anchorCtr="0"/>
              <a:lstStyle/>
              <a:p>
                <a:pPr algn="l">
                  <a:lnSpc>
                    <a:spcPct val="120000"/>
                  </a:lnSpc>
                  <a:defRPr/>
                </a:pPr>
                <a:r>
                  <a:rPr lang="en-US" sz="1200" b="0" i="0">
                    <a:ln/>
                    <a:solidFill>
                      <a:srgbClr val="2F2F2F">
                        <a:alpha val="100000"/>
                      </a:srgbClr>
                    </a:solidFill>
                    <a:latin typeface="微软雅黑"/>
                    <a:ea typeface="微软雅黑"/>
                    <a:cs typeface="微软雅黑"/>
                  </a:rPr>
                  <a:t>登录后，通过`sudo passwd root`命令为root用户设置一个强密码，便于后续执行高权限操作。</a:t>
                </a:r>
                <a:endParaRPr lang="en-US" sz="1100"/>
              </a:p>
            </p:txBody>
          </p:sp>
          <p:sp>
            <p:nvSpPr>
              <p:cNvPr id="8" name="TextBox 8"/>
              <p:cNvSpPr txBox="1"/>
              <p:nvPr/>
            </p:nvSpPr>
            <p:spPr>
              <a:xfrm>
                <a:off x="660400" y="2608544"/>
                <a:ext cx="3223429" cy="730249"/>
              </a:xfrm>
              <a:prstGeom prst="rect">
                <a:avLst/>
              </a:prstGeom>
              <a:ln>
                <a:prstDash val="solid"/>
                <a:headEnd type="none"/>
                <a:tailEnd type="none"/>
              </a:ln>
            </p:spPr>
            <p:txBody>
              <a:bodyPr vert="horz" wrap="none" lIns="91440" tIns="45720" rIns="91440" bIns="45720" rtlCol="0" anchor="b" anchorCtr="0"/>
              <a:lstStyle/>
              <a:p>
                <a:pPr algn="l">
                  <a:defRPr/>
                </a:pPr>
                <a:r>
                  <a:rPr lang="en-US" sz="3200" b="1" i="0">
                    <a:ln/>
                    <a:solidFill>
                      <a:srgbClr val="0F3EE2">
                        <a:alpha val="100000"/>
                      </a:srgbClr>
                    </a:solidFill>
                    <a:latin typeface="Arial"/>
                    <a:ea typeface="Arial"/>
                    <a:cs typeface="Arial"/>
                  </a:rPr>
                  <a:t>01.</a:t>
                </a:r>
                <a:endParaRPr lang="en-US" sz="1100"/>
              </a:p>
            </p:txBody>
          </p:sp>
        </p:grpSp>
        <p:grpSp>
          <p:nvGrpSpPr>
            <p:cNvPr id="9" name="Group 9"/>
            <p:cNvGrpSpPr/>
            <p:nvPr/>
          </p:nvGrpSpPr>
          <p:grpSpPr>
            <a:xfrm>
              <a:off x="4477935" y="2608544"/>
              <a:ext cx="3223429" cy="3316233"/>
              <a:chOff x="4477935" y="2608544"/>
              <a:chExt cx="3223429" cy="3316233"/>
            </a:xfrm>
          </p:grpSpPr>
          <p:sp>
            <p:nvSpPr>
              <p:cNvPr id="10" name="TextBox 10"/>
              <p:cNvSpPr txBox="1"/>
              <p:nvPr/>
            </p:nvSpPr>
            <p:spPr>
              <a:xfrm>
                <a:off x="4477935" y="3338795"/>
                <a:ext cx="3223429" cy="522243"/>
              </a:xfrm>
              <a:prstGeom prst="rect">
                <a:avLst/>
              </a:prstGeom>
              <a:ln>
                <a:headEnd type="none"/>
                <a:tailEnd type="none"/>
              </a:ln>
            </p:spPr>
            <p:txBody>
              <a:bodyPr vert="horz" wrap="square" lIns="91440" tIns="45720" rIns="91440" bIns="45720" rtlCol="0" anchor="b" anchorCtr="0"/>
              <a:lstStyle/>
              <a:p>
                <a:pPr algn="l">
                  <a:defRPr/>
                </a:pPr>
                <a:r>
                  <a:rPr lang="en-US" sz="1800" b="1" i="0">
                    <a:ln/>
                    <a:solidFill>
                      <a:srgbClr val="2F2F2F">
                        <a:alpha val="100000"/>
                      </a:srgbClr>
                    </a:solidFill>
                    <a:latin typeface="微软雅黑"/>
                    <a:ea typeface="微软雅黑"/>
                    <a:cs typeface="微软雅黑"/>
                  </a:rPr>
                  <a:t>切换系统语言</a:t>
                </a:r>
                <a:endParaRPr lang="en-US" sz="1100"/>
              </a:p>
            </p:txBody>
          </p:sp>
          <p:sp>
            <p:nvSpPr>
              <p:cNvPr id="11" name="TextBox 11"/>
              <p:cNvSpPr txBox="1"/>
              <p:nvPr/>
            </p:nvSpPr>
            <p:spPr>
              <a:xfrm>
                <a:off x="4477935" y="3861039"/>
                <a:ext cx="3223429" cy="2063738"/>
              </a:xfrm>
              <a:prstGeom prst="rect">
                <a:avLst/>
              </a:prstGeom>
              <a:ln>
                <a:headEnd type="none"/>
                <a:tailEnd type="none"/>
              </a:ln>
            </p:spPr>
            <p:txBody>
              <a:bodyPr vert="horz" wrap="square" lIns="91440" tIns="45720" rIns="91440" bIns="45720" rtlCol="0" anchor="t" anchorCtr="0"/>
              <a:lstStyle/>
              <a:p>
                <a:pPr algn="l">
                  <a:lnSpc>
                    <a:spcPct val="120000"/>
                  </a:lnSpc>
                  <a:defRPr/>
                </a:pPr>
                <a:r>
                  <a:rPr lang="en-US" sz="1200" b="0" i="0">
                    <a:ln/>
                    <a:solidFill>
                      <a:srgbClr val="2F2F2F">
                        <a:alpha val="100000"/>
                      </a:srgbClr>
                    </a:solidFill>
                    <a:latin typeface="微软雅黑"/>
                    <a:ea typeface="微软雅黑"/>
                    <a:cs typeface="微软雅黑"/>
                  </a:rPr>
                  <a:t>使用`dpkg-reconfigure locales`命令，取消选中en_US.utf-8，选中并设置zh_CN.UTF-8为默认语言，实现系统汉化。</a:t>
                </a:r>
                <a:endParaRPr lang="en-US" sz="1100"/>
              </a:p>
            </p:txBody>
          </p:sp>
          <p:sp>
            <p:nvSpPr>
              <p:cNvPr id="12" name="TextBox 12"/>
              <p:cNvSpPr txBox="1"/>
              <p:nvPr/>
            </p:nvSpPr>
            <p:spPr>
              <a:xfrm>
                <a:off x="4477935" y="2608544"/>
                <a:ext cx="3223429" cy="730249"/>
              </a:xfrm>
              <a:prstGeom prst="rect">
                <a:avLst/>
              </a:prstGeom>
              <a:ln>
                <a:prstDash val="solid"/>
                <a:headEnd type="none"/>
                <a:tailEnd type="none"/>
              </a:ln>
            </p:spPr>
            <p:txBody>
              <a:bodyPr vert="horz" wrap="none" lIns="91440" tIns="45720" rIns="91440" bIns="45720" rtlCol="0" anchor="b" anchorCtr="0"/>
              <a:lstStyle/>
              <a:p>
                <a:pPr algn="l">
                  <a:defRPr/>
                </a:pPr>
                <a:r>
                  <a:rPr lang="en-US" sz="3200" b="1" i="0">
                    <a:ln/>
                    <a:solidFill>
                      <a:srgbClr val="0F3EE2">
                        <a:alpha val="100000"/>
                      </a:srgbClr>
                    </a:solidFill>
                    <a:latin typeface="Arial"/>
                    <a:ea typeface="Arial"/>
                    <a:cs typeface="Arial"/>
                  </a:rPr>
                  <a:t>02.</a:t>
                </a:r>
                <a:endParaRPr lang="en-US" sz="1100"/>
              </a:p>
            </p:txBody>
          </p:sp>
        </p:grpSp>
        <p:grpSp>
          <p:nvGrpSpPr>
            <p:cNvPr id="13" name="Group 13"/>
            <p:cNvGrpSpPr/>
            <p:nvPr/>
          </p:nvGrpSpPr>
          <p:grpSpPr>
            <a:xfrm>
              <a:off x="8295471" y="2608544"/>
              <a:ext cx="3223429" cy="3316233"/>
              <a:chOff x="8295471" y="2608544"/>
              <a:chExt cx="3223429" cy="3316233"/>
            </a:xfrm>
          </p:grpSpPr>
          <p:sp>
            <p:nvSpPr>
              <p:cNvPr id="14" name="TextBox 14"/>
              <p:cNvSpPr txBox="1"/>
              <p:nvPr/>
            </p:nvSpPr>
            <p:spPr>
              <a:xfrm>
                <a:off x="8295471" y="3338795"/>
                <a:ext cx="3223429" cy="522243"/>
              </a:xfrm>
              <a:prstGeom prst="rect">
                <a:avLst/>
              </a:prstGeom>
              <a:ln>
                <a:headEnd type="none"/>
                <a:tailEnd type="none"/>
              </a:ln>
            </p:spPr>
            <p:txBody>
              <a:bodyPr vert="horz" wrap="square" lIns="91440" tIns="45720" rIns="91440" bIns="45720" rtlCol="0" anchor="b" anchorCtr="0"/>
              <a:lstStyle/>
              <a:p>
                <a:pPr algn="l">
                  <a:defRPr/>
                </a:pPr>
                <a:r>
                  <a:rPr lang="en-US" sz="1800" b="1" i="0">
                    <a:ln/>
                    <a:solidFill>
                      <a:srgbClr val="2F2F2F">
                        <a:alpha val="100000"/>
                      </a:srgbClr>
                    </a:solidFill>
                    <a:latin typeface="微软雅黑"/>
                    <a:ea typeface="微软雅黑"/>
                    <a:cs typeface="微软雅黑"/>
                  </a:rPr>
                  <a:t>替换软件源</a:t>
                </a:r>
                <a:endParaRPr lang="en-US" sz="1100"/>
              </a:p>
            </p:txBody>
          </p:sp>
          <p:sp>
            <p:nvSpPr>
              <p:cNvPr id="15" name="TextBox 15"/>
              <p:cNvSpPr txBox="1"/>
              <p:nvPr/>
            </p:nvSpPr>
            <p:spPr>
              <a:xfrm>
                <a:off x="8295471" y="3861039"/>
                <a:ext cx="3223429" cy="2063738"/>
              </a:xfrm>
              <a:prstGeom prst="rect">
                <a:avLst/>
              </a:prstGeom>
              <a:ln>
                <a:headEnd type="none"/>
                <a:tailEnd type="none"/>
              </a:ln>
            </p:spPr>
            <p:txBody>
              <a:bodyPr vert="horz" wrap="square" lIns="91440" tIns="45720" rIns="91440" bIns="45720" rtlCol="0" anchor="t" anchorCtr="0"/>
              <a:lstStyle/>
              <a:p>
                <a:pPr algn="l">
                  <a:lnSpc>
                    <a:spcPct val="120000"/>
                  </a:lnSpc>
                  <a:defRPr/>
                </a:pPr>
                <a:r>
                  <a:rPr lang="en-US" sz="1200" b="0" i="0">
                    <a:ln/>
                    <a:solidFill>
                      <a:srgbClr val="2F2F2F">
                        <a:alpha val="100000"/>
                      </a:srgbClr>
                    </a:solidFill>
                    <a:latin typeface="微软雅黑"/>
                    <a:ea typeface="微软雅黑"/>
                    <a:cs typeface="微软雅黑"/>
                  </a:rPr>
                  <a:t>编辑`/etc/apt/sources.list`文件，将默认的软件源地址替换为国内镜像源地址，以加速软件包的下载与更新。</a:t>
                </a:r>
                <a:endParaRPr lang="en-US" sz="1100"/>
              </a:p>
            </p:txBody>
          </p:sp>
          <p:sp>
            <p:nvSpPr>
              <p:cNvPr id="16" name="TextBox 16"/>
              <p:cNvSpPr txBox="1"/>
              <p:nvPr/>
            </p:nvSpPr>
            <p:spPr>
              <a:xfrm>
                <a:off x="8295471" y="2608544"/>
                <a:ext cx="3223429" cy="730249"/>
              </a:xfrm>
              <a:prstGeom prst="rect">
                <a:avLst/>
              </a:prstGeom>
              <a:ln>
                <a:prstDash val="solid"/>
                <a:headEnd type="none"/>
                <a:tailEnd type="none"/>
              </a:ln>
            </p:spPr>
            <p:txBody>
              <a:bodyPr vert="horz" wrap="none" lIns="91440" tIns="45720" rIns="91440" bIns="45720" rtlCol="0" anchor="b" anchorCtr="0"/>
              <a:lstStyle/>
              <a:p>
                <a:pPr algn="l">
                  <a:defRPr/>
                </a:pPr>
                <a:r>
                  <a:rPr lang="en-US" sz="3200" b="1" i="0">
                    <a:ln/>
                    <a:solidFill>
                      <a:srgbClr val="0F3EE2">
                        <a:alpha val="100000"/>
                      </a:srgbClr>
                    </a:solidFill>
                    <a:latin typeface="Arial"/>
                    <a:ea typeface="Arial"/>
                    <a:cs typeface="Arial"/>
                  </a:rPr>
                  <a:t>03.</a:t>
                </a:r>
                <a:endParaRPr lang="en-US" sz="1100"/>
              </a:p>
            </p:txBody>
          </p:sp>
        </p:grpSp>
      </p:grpSp>
      <p:sp>
        <p:nvSpPr>
          <p:cNvPr id="17" name="TextBox 17"/>
          <p:cNvSpPr txBox="1"/>
          <p:nvPr/>
        </p:nvSpPr>
        <p:spPr>
          <a:xfrm>
            <a:off x="660400" y="128587"/>
            <a:ext cx="10858500" cy="900112"/>
          </a:xfrm>
          <a:prstGeom prst="rect">
            <a:avLst/>
          </a:prstGeom>
          <a:ln>
            <a:headEnd type="none"/>
            <a:tailEnd type="none"/>
          </a:ln>
        </p:spPr>
        <p:txBody>
          <a:bodyPr vert="horz" wrap="square" lIns="91440" tIns="45720" rIns="91440" bIns="45720" rtlCol="0" anchor="b" anchorCtr="0"/>
          <a:lstStyle/>
          <a:p>
            <a:pPr algn="l">
              <a:lnSpc>
                <a:spcPct val="100000"/>
              </a:lnSpc>
              <a:spcBef>
                <a:spcPts val="0"/>
              </a:spcBef>
              <a:defRPr/>
            </a:pPr>
            <a:r>
              <a:rPr lang="en-US" sz="2800" b="1" i="0">
                <a:ln/>
                <a:solidFill>
                  <a:srgbClr val="2F2F2F">
                    <a:alpha val="100000"/>
                  </a:srgbClr>
                </a:solidFill>
                <a:latin typeface="微软雅黑"/>
                <a:ea typeface="微软雅黑"/>
                <a:cs typeface="微软雅黑"/>
              </a:rPr>
              <a:t>初始配置与优化</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747657" y="1993899"/>
            <a:ext cx="5771242" cy="584775"/>
          </a:xfrm>
          <a:prstGeom prst="rect">
            <a:avLst/>
          </a:prstGeom>
          <a:ln>
            <a:headEnd type="none"/>
            <a:tailEnd type="none"/>
          </a:ln>
        </p:spPr>
        <p:txBody>
          <a:bodyPr vert="horz" wrap="square" lIns="91440" tIns="45720" rIns="91440" bIns="45720" rtlCol="0" anchor="b" anchorCtr="0"/>
          <a:lstStyle/>
          <a:p>
            <a:pPr algn="l">
              <a:lnSpc>
                <a:spcPct val="100000"/>
              </a:lnSpc>
              <a:spcBef>
                <a:spcPts val="0"/>
              </a:spcBef>
              <a:defRPr/>
            </a:pPr>
            <a:r>
              <a:rPr lang="en-US" sz="3200" b="1" i="0">
                <a:ln/>
                <a:solidFill>
                  <a:srgbClr val="FFFFFF">
                    <a:alpha val="100000"/>
                  </a:srgbClr>
                </a:solidFill>
                <a:latin typeface="微软雅黑"/>
                <a:ea typeface="微软雅黑"/>
                <a:cs typeface="微软雅黑"/>
              </a:rPr>
              <a:t>注意事项与排错</a:t>
            </a:r>
            <a:endParaRPr lang="en-US" sz="1100"/>
          </a:p>
        </p:txBody>
      </p:sp>
      <p:sp>
        <p:nvSpPr>
          <p:cNvPr id="3" name="TextBox 3"/>
          <p:cNvSpPr txBox="1"/>
          <p:nvPr/>
        </p:nvSpPr>
        <p:spPr>
          <a:xfrm>
            <a:off x="5747657" y="2590528"/>
            <a:ext cx="5771242" cy="1104991"/>
          </a:xfrm>
          <a:prstGeom prst="rect">
            <a:avLst/>
          </a:prstGeom>
          <a:ln>
            <a:headEnd type="none"/>
            <a:tailEnd type="none"/>
          </a:ln>
        </p:spPr>
        <p:txBody>
          <a:bodyPr vert="horz" wrap="square" lIns="91440" tIns="45720" rIns="91440" bIns="45720" rtlCol="0" anchor="t" anchorCtr="0"/>
          <a:lstStyle/>
          <a:p>
            <a:pPr algn="l">
              <a:lnSpc>
                <a:spcPct val="120000"/>
              </a:lnSpc>
              <a:spcBef>
                <a:spcPts val="1000"/>
              </a:spcBef>
              <a:defRPr/>
            </a:pPr>
            <a:r>
              <a:rPr lang="en-US" sz="2000" b="0" i="0">
                <a:ln/>
                <a:solidFill>
                  <a:srgbClr val="FFFFFF">
                    <a:alpha val="100000"/>
                  </a:srgbClr>
                </a:solidFill>
                <a:latin typeface="微软雅黑"/>
                <a:ea typeface="微软雅黑"/>
                <a:cs typeface="微软雅黑"/>
              </a:rPr>
              <a:t>了解安装过程中的关键注意事项，并掌握常见问题的解决方法，确保安装过程顺利。</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1fb26fcf-7974-4653-8373-32c01f906834"/>
          <p:cNvGrpSpPr/>
          <p:nvPr/>
        </p:nvGrpSpPr>
        <p:grpSpPr>
          <a:xfrm>
            <a:off x="660400" y="1130300"/>
            <a:ext cx="10858500" cy="5003800"/>
            <a:chOff x="660400" y="1130300"/>
            <a:chExt cx="10858500" cy="5003800"/>
          </a:xfrm>
        </p:grpSpPr>
        <p:sp>
          <p:nvSpPr>
            <p:cNvPr id="3" name="TextBox 3"/>
            <p:cNvSpPr txBox="1"/>
            <p:nvPr/>
          </p:nvSpPr>
          <p:spPr>
            <a:xfrm>
              <a:off x="660400" y="1130300"/>
              <a:ext cx="10858500" cy="1275566"/>
            </a:xfrm>
            <a:prstGeom prst="rect">
              <a:avLst/>
            </a:prstGeom>
            <a:ln>
              <a:headEnd type="none"/>
              <a:tailEnd type="none"/>
            </a:ln>
          </p:spPr>
          <p:txBody>
            <a:bodyPr vert="horz" wrap="square" lIns="91440" tIns="45720" rIns="91440" bIns="45720" rtlCol="0" anchor="ctr" anchorCtr="0"/>
            <a:lstStyle/>
            <a:p>
              <a:pPr algn="ctr">
                <a:defRPr/>
              </a:pPr>
              <a:r>
                <a:rPr lang="en-US" sz="2400" b="1" i="0">
                  <a:ln/>
                  <a:solidFill>
                    <a:srgbClr val="2F2F2F">
                      <a:alpha val="100000"/>
                    </a:srgbClr>
                  </a:solidFill>
                  <a:latin typeface="微软雅黑"/>
                  <a:ea typeface="微软雅黑"/>
                  <a:cs typeface="微软雅黑"/>
                </a:rPr>
                <a:t>避开安装过程中的常见陷阱</a:t>
              </a:r>
              <a:endParaRPr lang="en-US" sz="1100"/>
            </a:p>
          </p:txBody>
        </p:sp>
        <p:grpSp>
          <p:nvGrpSpPr>
            <p:cNvPr id="4" name="Group 4"/>
            <p:cNvGrpSpPr/>
            <p:nvPr/>
          </p:nvGrpSpPr>
          <p:grpSpPr>
            <a:xfrm>
              <a:off x="666748" y="2762578"/>
              <a:ext cx="3327609" cy="3371522"/>
              <a:chOff x="666748" y="2762578"/>
              <a:chExt cx="3327609" cy="3371522"/>
            </a:xfrm>
          </p:grpSpPr>
          <p:sp>
            <p:nvSpPr>
              <p:cNvPr id="5" name="TextBox 5"/>
              <p:cNvSpPr txBox="1"/>
              <p:nvPr/>
            </p:nvSpPr>
            <p:spPr>
              <a:xfrm>
                <a:off x="1122864" y="2762578"/>
                <a:ext cx="2415377" cy="776490"/>
              </a:xfrm>
              <a:custGeom>
                <a:avLst/>
                <a:gdLst/>
                <a:ahLst/>
                <a:cxnLst/>
                <a:rect l="l" t="t" r="r" b="b"/>
                <a:pathLst>
                  <a:path w="2415377" h="776490">
                    <a:moveTo>
                      <a:pt x="90123" y="0"/>
                    </a:moveTo>
                    <a:lnTo>
                      <a:pt x="2164940" y="0"/>
                    </a:lnTo>
                    <a:cubicBezTo>
                      <a:pt x="2198068" y="0"/>
                      <a:pt x="2228504" y="18187"/>
                      <a:pt x="2244199" y="47362"/>
                    </a:cubicBezTo>
                    <a:lnTo>
                      <a:pt x="2404643" y="345607"/>
                    </a:lnTo>
                    <a:cubicBezTo>
                      <a:pt x="2418956" y="372213"/>
                      <a:pt x="2418956" y="404277"/>
                      <a:pt x="2404643" y="430883"/>
                    </a:cubicBezTo>
                    <a:lnTo>
                      <a:pt x="2244199" y="729128"/>
                    </a:lnTo>
                    <a:cubicBezTo>
                      <a:pt x="2228504" y="758303"/>
                      <a:pt x="2198068" y="776490"/>
                      <a:pt x="2164940" y="776490"/>
                    </a:cubicBezTo>
                    <a:lnTo>
                      <a:pt x="90123" y="776490"/>
                    </a:lnTo>
                    <a:cubicBezTo>
                      <a:pt x="22046" y="776490"/>
                      <a:pt x="-21388" y="703805"/>
                      <a:pt x="10864" y="643852"/>
                    </a:cubicBezTo>
                    <a:lnTo>
                      <a:pt x="125432" y="430883"/>
                    </a:lnTo>
                    <a:cubicBezTo>
                      <a:pt x="139745" y="404277"/>
                      <a:pt x="139745" y="372213"/>
                      <a:pt x="125432" y="345607"/>
                    </a:cubicBezTo>
                    <a:lnTo>
                      <a:pt x="10864" y="132638"/>
                    </a:lnTo>
                    <a:cubicBezTo>
                      <a:pt x="-21388" y="72686"/>
                      <a:pt x="22046" y="0"/>
                      <a:pt x="90123" y="0"/>
                    </a:cubicBezTo>
                  </a:path>
                </a:pathLst>
              </a:custGeom>
              <a:solidFill>
                <a:srgbClr val="0F3EE2">
                  <a:alpha val="100000"/>
                </a:srgbClr>
              </a:solidFill>
              <a:ln>
                <a:prstDash val="solid"/>
                <a:headEnd type="none"/>
                <a:tailEnd type="none"/>
              </a:ln>
            </p:spPr>
            <p:txBody>
              <a:bodyPr vert="horz" wrap="none" lIns="90000" tIns="46800" rIns="90000" bIns="46800" rtlCol="0" anchor="ctr" anchorCtr="0"/>
              <a:lstStyle/>
              <a:p>
                <a:pPr algn="ctr">
                  <a:defRPr/>
                </a:pPr>
                <a:r>
                  <a:rPr lang="en-US" sz="3200" b="1" i="0">
                    <a:ln/>
                    <a:solidFill>
                      <a:srgbClr val="FFFFFF">
                        <a:alpha val="100000"/>
                      </a:srgbClr>
                    </a:solidFill>
                    <a:latin typeface="Arial"/>
                    <a:ea typeface="Arial"/>
                    <a:cs typeface="Arial"/>
                  </a:rPr>
                  <a:t>01</a:t>
                </a:r>
                <a:endParaRPr lang="en-US" sz="1100"/>
              </a:p>
            </p:txBody>
          </p:sp>
          <p:sp>
            <p:nvSpPr>
              <p:cNvPr id="6" name="AutoShape 6"/>
              <p:cNvSpPr/>
              <p:nvPr/>
            </p:nvSpPr>
            <p:spPr>
              <a:xfrm>
                <a:off x="2330552" y="3539068"/>
                <a:ext cx="0" cy="637645"/>
              </a:xfrm>
              <a:prstGeom prst="line">
                <a:avLst/>
              </a:prstGeom>
              <a:ln w="6350">
                <a:solidFill>
                  <a:srgbClr val="2F2F2F">
                    <a:alpha val="50196"/>
                  </a:srgbClr>
                </a:solidFill>
                <a:prstDash val="solid"/>
                <a:headEnd type="none"/>
                <a:tailEnd type="oval"/>
              </a:ln>
            </p:spPr>
          </p:sp>
          <p:sp>
            <p:nvSpPr>
              <p:cNvPr id="7" name="TextBox 7"/>
              <p:cNvSpPr txBox="1"/>
              <p:nvPr/>
            </p:nvSpPr>
            <p:spPr>
              <a:xfrm>
                <a:off x="666748" y="4278354"/>
                <a:ext cx="3327609" cy="580178"/>
              </a:xfrm>
              <a:prstGeom prst="rect">
                <a:avLst/>
              </a:prstGeom>
              <a:ln>
                <a:headEnd type="none"/>
                <a:tailEnd type="none"/>
              </a:ln>
            </p:spPr>
            <p:txBody>
              <a:bodyPr vert="horz" wrap="square" lIns="91440" tIns="45720" rIns="91440" bIns="45720" rtlCol="0" anchor="b" anchorCtr="0"/>
              <a:lstStyle/>
              <a:p>
                <a:pPr algn="ctr">
                  <a:spcBef>
                    <a:spcPts val="0"/>
                  </a:spcBef>
                  <a:defRPr/>
                </a:pPr>
                <a:r>
                  <a:rPr lang="en-US" sz="1800" b="1" i="0">
                    <a:ln/>
                    <a:solidFill>
                      <a:srgbClr val="2F2F2F">
                        <a:alpha val="100000"/>
                      </a:srgbClr>
                    </a:solidFill>
                    <a:latin typeface="微软雅黑"/>
                    <a:ea typeface="微软雅黑"/>
                    <a:cs typeface="微软雅黑"/>
                  </a:rPr>
                  <a:t>内存分配</a:t>
                </a:r>
                <a:endParaRPr lang="en-US" sz="1100"/>
              </a:p>
            </p:txBody>
          </p:sp>
          <p:sp>
            <p:nvSpPr>
              <p:cNvPr id="8" name="TextBox 8"/>
              <p:cNvSpPr txBox="1"/>
              <p:nvPr/>
            </p:nvSpPr>
            <p:spPr>
              <a:xfrm>
                <a:off x="666748" y="4858534"/>
                <a:ext cx="3327609" cy="1275566"/>
              </a:xfrm>
              <a:prstGeom prst="rect">
                <a:avLst/>
              </a:prstGeom>
              <a:ln>
                <a:headEnd type="none"/>
                <a:tailEnd type="none"/>
              </a:ln>
            </p:spPr>
            <p:txBody>
              <a:bodyPr vert="horz" wrap="square" lIns="91440" tIns="45720" rIns="91440" bIns="45720" rtlCol="0" anchor="t" anchorCtr="0"/>
              <a:lstStyle/>
              <a:p>
                <a:pPr algn="ctr">
                  <a:lnSpc>
                    <a:spcPct val="120000"/>
                  </a:lnSpc>
                  <a:spcBef>
                    <a:spcPts val="0"/>
                  </a:spcBef>
                  <a:defRPr/>
                </a:pPr>
                <a:r>
                  <a:rPr lang="en-US" sz="1200" b="0" i="0">
                    <a:ln/>
                    <a:solidFill>
                      <a:srgbClr val="2F2F2F">
                        <a:alpha val="100000"/>
                      </a:srgbClr>
                    </a:solidFill>
                    <a:latin typeface="微软雅黑"/>
                    <a:ea typeface="微软雅黑"/>
                    <a:cs typeface="微软雅黑"/>
                  </a:rPr>
                  <a:t>在虚拟机中安装时，务必为虚拟机分配足够的内存，否则可能导致安装过程卡顿或失败。</a:t>
                </a:r>
                <a:endParaRPr lang="en-US" sz="1100"/>
              </a:p>
            </p:txBody>
          </p:sp>
        </p:grpSp>
        <p:grpSp>
          <p:nvGrpSpPr>
            <p:cNvPr id="9" name="Group 9"/>
            <p:cNvGrpSpPr/>
            <p:nvPr/>
          </p:nvGrpSpPr>
          <p:grpSpPr>
            <a:xfrm>
              <a:off x="4429020" y="2762578"/>
              <a:ext cx="3327609" cy="3371522"/>
              <a:chOff x="4429020" y="2762578"/>
              <a:chExt cx="3327609" cy="3371522"/>
            </a:xfrm>
          </p:grpSpPr>
          <p:sp>
            <p:nvSpPr>
              <p:cNvPr id="10" name="TextBox 10"/>
              <p:cNvSpPr txBox="1"/>
              <p:nvPr/>
            </p:nvSpPr>
            <p:spPr>
              <a:xfrm>
                <a:off x="4885136" y="2762578"/>
                <a:ext cx="2415376" cy="776490"/>
              </a:xfrm>
              <a:custGeom>
                <a:avLst/>
                <a:gdLst/>
                <a:ahLst/>
                <a:cxnLst/>
                <a:rect l="l" t="t" r="r" b="b"/>
                <a:pathLst>
                  <a:path w="2415376" h="776490">
                    <a:moveTo>
                      <a:pt x="90123" y="0"/>
                    </a:moveTo>
                    <a:lnTo>
                      <a:pt x="2164940" y="0"/>
                    </a:lnTo>
                    <a:cubicBezTo>
                      <a:pt x="2198069" y="0"/>
                      <a:pt x="2228504" y="18187"/>
                      <a:pt x="2244199" y="47362"/>
                    </a:cubicBezTo>
                    <a:lnTo>
                      <a:pt x="2404642" y="345607"/>
                    </a:lnTo>
                    <a:cubicBezTo>
                      <a:pt x="2418955" y="372213"/>
                      <a:pt x="2418955" y="404277"/>
                      <a:pt x="2404642" y="430883"/>
                    </a:cubicBezTo>
                    <a:lnTo>
                      <a:pt x="2244199" y="729128"/>
                    </a:lnTo>
                    <a:cubicBezTo>
                      <a:pt x="2228504" y="758303"/>
                      <a:pt x="2198069" y="776490"/>
                      <a:pt x="2164940" y="776490"/>
                    </a:cubicBezTo>
                    <a:lnTo>
                      <a:pt x="90123" y="776490"/>
                    </a:lnTo>
                    <a:cubicBezTo>
                      <a:pt x="22046" y="776490"/>
                      <a:pt x="-21388" y="703805"/>
                      <a:pt x="10864" y="643852"/>
                    </a:cubicBezTo>
                    <a:lnTo>
                      <a:pt x="125432" y="430883"/>
                    </a:lnTo>
                    <a:cubicBezTo>
                      <a:pt x="139745" y="404277"/>
                      <a:pt x="139745" y="372213"/>
                      <a:pt x="125432" y="345607"/>
                    </a:cubicBezTo>
                    <a:lnTo>
                      <a:pt x="10864" y="132638"/>
                    </a:lnTo>
                    <a:cubicBezTo>
                      <a:pt x="-21388" y="72686"/>
                      <a:pt x="22046" y="0"/>
                      <a:pt x="90123" y="0"/>
                    </a:cubicBezTo>
                  </a:path>
                </a:pathLst>
              </a:custGeom>
              <a:solidFill>
                <a:srgbClr val="0F3EE2">
                  <a:alpha val="100000"/>
                </a:srgbClr>
              </a:solidFill>
              <a:ln>
                <a:prstDash val="solid"/>
                <a:headEnd type="none"/>
                <a:tailEnd type="none"/>
              </a:ln>
            </p:spPr>
            <p:txBody>
              <a:bodyPr vert="horz" wrap="none" lIns="90000" tIns="46800" rIns="90000" bIns="46800" rtlCol="0" anchor="ctr" anchorCtr="0"/>
              <a:lstStyle/>
              <a:p>
                <a:pPr algn="ctr">
                  <a:defRPr/>
                </a:pPr>
                <a:r>
                  <a:rPr lang="en-US" sz="3200" b="1" i="0">
                    <a:ln/>
                    <a:solidFill>
                      <a:srgbClr val="FFFFFF">
                        <a:alpha val="100000"/>
                      </a:srgbClr>
                    </a:solidFill>
                    <a:latin typeface="Arial"/>
                    <a:ea typeface="Arial"/>
                    <a:cs typeface="Arial"/>
                  </a:rPr>
                  <a:t>02</a:t>
                </a:r>
                <a:endParaRPr lang="en-US" sz="1100"/>
              </a:p>
            </p:txBody>
          </p:sp>
          <p:sp>
            <p:nvSpPr>
              <p:cNvPr id="11" name="AutoShape 11"/>
              <p:cNvSpPr/>
              <p:nvPr/>
            </p:nvSpPr>
            <p:spPr>
              <a:xfrm>
                <a:off x="6092824" y="3539068"/>
                <a:ext cx="0" cy="637645"/>
              </a:xfrm>
              <a:prstGeom prst="line">
                <a:avLst/>
              </a:prstGeom>
              <a:ln w="6350">
                <a:solidFill>
                  <a:srgbClr val="2F2F2F">
                    <a:alpha val="50196"/>
                  </a:srgbClr>
                </a:solidFill>
                <a:prstDash val="solid"/>
                <a:headEnd type="none"/>
                <a:tailEnd type="oval"/>
              </a:ln>
            </p:spPr>
          </p:sp>
          <p:sp>
            <p:nvSpPr>
              <p:cNvPr id="12" name="TextBox 12"/>
              <p:cNvSpPr txBox="1"/>
              <p:nvPr/>
            </p:nvSpPr>
            <p:spPr>
              <a:xfrm>
                <a:off x="4429020" y="4278354"/>
                <a:ext cx="3327609" cy="580178"/>
              </a:xfrm>
              <a:prstGeom prst="rect">
                <a:avLst/>
              </a:prstGeom>
              <a:ln>
                <a:headEnd type="none"/>
                <a:tailEnd type="none"/>
              </a:ln>
            </p:spPr>
            <p:txBody>
              <a:bodyPr vert="horz" wrap="square" lIns="91440" tIns="45720" rIns="91440" bIns="45720" rtlCol="0" anchor="b" anchorCtr="0"/>
              <a:lstStyle/>
              <a:p>
                <a:pPr algn="ctr">
                  <a:spcBef>
                    <a:spcPts val="0"/>
                  </a:spcBef>
                  <a:defRPr/>
                </a:pPr>
                <a:r>
                  <a:rPr lang="en-US" sz="1800" b="1" i="0">
                    <a:ln/>
                    <a:solidFill>
                      <a:srgbClr val="2F2F2F">
                        <a:alpha val="100000"/>
                      </a:srgbClr>
                    </a:solidFill>
                    <a:latin typeface="微软雅黑"/>
                    <a:ea typeface="微软雅黑"/>
                    <a:cs typeface="微软雅黑"/>
                  </a:rPr>
                  <a:t>磁盘空间</a:t>
                </a:r>
                <a:endParaRPr lang="en-US" sz="1100"/>
              </a:p>
            </p:txBody>
          </p:sp>
          <p:sp>
            <p:nvSpPr>
              <p:cNvPr id="13" name="TextBox 13"/>
              <p:cNvSpPr txBox="1"/>
              <p:nvPr/>
            </p:nvSpPr>
            <p:spPr>
              <a:xfrm>
                <a:off x="4429020" y="4858534"/>
                <a:ext cx="3327609" cy="1275566"/>
              </a:xfrm>
              <a:prstGeom prst="rect">
                <a:avLst/>
              </a:prstGeom>
              <a:ln>
                <a:headEnd type="none"/>
                <a:tailEnd type="none"/>
              </a:ln>
            </p:spPr>
            <p:txBody>
              <a:bodyPr vert="horz" wrap="square" lIns="91440" tIns="45720" rIns="91440" bIns="45720" rtlCol="0" anchor="t" anchorCtr="0"/>
              <a:lstStyle/>
              <a:p>
                <a:pPr algn="ctr">
                  <a:lnSpc>
                    <a:spcPct val="120000"/>
                  </a:lnSpc>
                  <a:spcBef>
                    <a:spcPts val="0"/>
                  </a:spcBef>
                  <a:defRPr/>
                </a:pPr>
                <a:r>
                  <a:rPr lang="en-US" sz="1200" b="0" i="0">
                    <a:ln/>
                    <a:solidFill>
                      <a:srgbClr val="2F2F2F">
                        <a:alpha val="100000"/>
                      </a:srgbClr>
                    </a:solidFill>
                    <a:latin typeface="微软雅黑"/>
                    <a:ea typeface="微软雅黑"/>
                    <a:cs typeface="微软雅黑"/>
                  </a:rPr>
                  <a:t>确保安装目标分区有足够的可用空间，空间不足是导致安装失败的常见原因之一。</a:t>
                </a:r>
                <a:endParaRPr lang="en-US" sz="1100"/>
              </a:p>
            </p:txBody>
          </p:sp>
        </p:grpSp>
        <p:grpSp>
          <p:nvGrpSpPr>
            <p:cNvPr id="14" name="Group 14"/>
            <p:cNvGrpSpPr/>
            <p:nvPr/>
          </p:nvGrpSpPr>
          <p:grpSpPr>
            <a:xfrm>
              <a:off x="8191291" y="2762578"/>
              <a:ext cx="3327609" cy="3371522"/>
              <a:chOff x="8191291" y="2762578"/>
              <a:chExt cx="3327609" cy="3371522"/>
            </a:xfrm>
          </p:grpSpPr>
          <p:sp>
            <p:nvSpPr>
              <p:cNvPr id="15" name="TextBox 15"/>
              <p:cNvSpPr txBox="1"/>
              <p:nvPr/>
            </p:nvSpPr>
            <p:spPr>
              <a:xfrm>
                <a:off x="8647407" y="2762578"/>
                <a:ext cx="2415377" cy="776490"/>
              </a:xfrm>
              <a:custGeom>
                <a:avLst/>
                <a:gdLst/>
                <a:ahLst/>
                <a:cxnLst/>
                <a:rect l="l" t="t" r="r" b="b"/>
                <a:pathLst>
                  <a:path w="2415377" h="776490">
                    <a:moveTo>
                      <a:pt x="90123" y="0"/>
                    </a:moveTo>
                    <a:lnTo>
                      <a:pt x="2164939" y="0"/>
                    </a:lnTo>
                    <a:cubicBezTo>
                      <a:pt x="2198068" y="0"/>
                      <a:pt x="2228504" y="18187"/>
                      <a:pt x="2244199" y="47362"/>
                    </a:cubicBezTo>
                    <a:lnTo>
                      <a:pt x="2404642" y="345607"/>
                    </a:lnTo>
                    <a:cubicBezTo>
                      <a:pt x="2418956" y="372213"/>
                      <a:pt x="2418956" y="404277"/>
                      <a:pt x="2404642" y="430883"/>
                    </a:cubicBezTo>
                    <a:lnTo>
                      <a:pt x="2244199" y="729128"/>
                    </a:lnTo>
                    <a:cubicBezTo>
                      <a:pt x="2228504" y="758303"/>
                      <a:pt x="2198068" y="776490"/>
                      <a:pt x="2164939" y="776490"/>
                    </a:cubicBezTo>
                    <a:lnTo>
                      <a:pt x="90123" y="776490"/>
                    </a:lnTo>
                    <a:cubicBezTo>
                      <a:pt x="22046" y="776490"/>
                      <a:pt x="-21388" y="703805"/>
                      <a:pt x="10864" y="643852"/>
                    </a:cubicBezTo>
                    <a:lnTo>
                      <a:pt x="125432" y="430883"/>
                    </a:lnTo>
                    <a:cubicBezTo>
                      <a:pt x="139745" y="404277"/>
                      <a:pt x="139745" y="372213"/>
                      <a:pt x="125432" y="345607"/>
                    </a:cubicBezTo>
                    <a:lnTo>
                      <a:pt x="10864" y="132638"/>
                    </a:lnTo>
                    <a:cubicBezTo>
                      <a:pt x="-21388" y="72686"/>
                      <a:pt x="22046" y="0"/>
                      <a:pt x="90123" y="0"/>
                    </a:cubicBezTo>
                  </a:path>
                </a:pathLst>
              </a:custGeom>
              <a:solidFill>
                <a:srgbClr val="0F3EE2">
                  <a:alpha val="100000"/>
                </a:srgbClr>
              </a:solidFill>
              <a:ln>
                <a:prstDash val="solid"/>
                <a:headEnd type="none"/>
                <a:tailEnd type="none"/>
              </a:ln>
            </p:spPr>
            <p:txBody>
              <a:bodyPr vert="horz" wrap="none" lIns="90000" tIns="46800" rIns="90000" bIns="46800" rtlCol="0" anchor="ctr" anchorCtr="0"/>
              <a:lstStyle/>
              <a:p>
                <a:pPr algn="ctr">
                  <a:defRPr/>
                </a:pPr>
                <a:r>
                  <a:rPr lang="en-US" sz="3200" b="1" i="0">
                    <a:ln/>
                    <a:solidFill>
                      <a:srgbClr val="FFFFFF">
                        <a:alpha val="100000"/>
                      </a:srgbClr>
                    </a:solidFill>
                    <a:latin typeface="Arial"/>
                    <a:ea typeface="Arial"/>
                    <a:cs typeface="Arial"/>
                  </a:rPr>
                  <a:t>03</a:t>
                </a:r>
                <a:endParaRPr lang="en-US" sz="1100"/>
              </a:p>
            </p:txBody>
          </p:sp>
          <p:sp>
            <p:nvSpPr>
              <p:cNvPr id="16" name="AutoShape 16"/>
              <p:cNvSpPr/>
              <p:nvPr/>
            </p:nvSpPr>
            <p:spPr>
              <a:xfrm>
                <a:off x="9855095" y="3539068"/>
                <a:ext cx="0" cy="637645"/>
              </a:xfrm>
              <a:prstGeom prst="line">
                <a:avLst/>
              </a:prstGeom>
              <a:ln w="6350">
                <a:solidFill>
                  <a:srgbClr val="2F2F2F">
                    <a:alpha val="50196"/>
                  </a:srgbClr>
                </a:solidFill>
                <a:prstDash val="solid"/>
                <a:headEnd type="none"/>
                <a:tailEnd type="oval"/>
              </a:ln>
            </p:spPr>
          </p:sp>
          <p:sp>
            <p:nvSpPr>
              <p:cNvPr id="17" name="TextBox 17"/>
              <p:cNvSpPr txBox="1"/>
              <p:nvPr/>
            </p:nvSpPr>
            <p:spPr>
              <a:xfrm>
                <a:off x="8191291" y="4278354"/>
                <a:ext cx="3327609" cy="580178"/>
              </a:xfrm>
              <a:prstGeom prst="rect">
                <a:avLst/>
              </a:prstGeom>
              <a:ln>
                <a:headEnd type="none"/>
                <a:tailEnd type="none"/>
              </a:ln>
            </p:spPr>
            <p:txBody>
              <a:bodyPr vert="horz" wrap="square" lIns="91440" tIns="45720" rIns="91440" bIns="45720" rtlCol="0" anchor="b" anchorCtr="0"/>
              <a:lstStyle/>
              <a:p>
                <a:pPr algn="ctr">
                  <a:spcBef>
                    <a:spcPts val="0"/>
                  </a:spcBef>
                  <a:defRPr/>
                </a:pPr>
                <a:r>
                  <a:rPr lang="en-US" sz="1800" b="1" i="0">
                    <a:ln/>
                    <a:solidFill>
                      <a:srgbClr val="2F2F2F">
                        <a:alpha val="100000"/>
                      </a:srgbClr>
                    </a:solidFill>
                    <a:latin typeface="微软雅黑"/>
                    <a:ea typeface="微软雅黑"/>
                    <a:cs typeface="微软雅黑"/>
                  </a:rPr>
                  <a:t>防火墙设置</a:t>
                </a:r>
                <a:endParaRPr lang="en-US" sz="1100"/>
              </a:p>
            </p:txBody>
          </p:sp>
          <p:sp>
            <p:nvSpPr>
              <p:cNvPr id="18" name="TextBox 18"/>
              <p:cNvSpPr txBox="1"/>
              <p:nvPr/>
            </p:nvSpPr>
            <p:spPr>
              <a:xfrm>
                <a:off x="8191291" y="4858534"/>
                <a:ext cx="3327609" cy="1275566"/>
              </a:xfrm>
              <a:prstGeom prst="rect">
                <a:avLst/>
              </a:prstGeom>
              <a:ln>
                <a:headEnd type="none"/>
                <a:tailEnd type="none"/>
              </a:ln>
            </p:spPr>
            <p:txBody>
              <a:bodyPr vert="horz" wrap="square" lIns="91440" tIns="45720" rIns="91440" bIns="45720" rtlCol="0" anchor="t" anchorCtr="0"/>
              <a:lstStyle/>
              <a:p>
                <a:pPr algn="ctr">
                  <a:lnSpc>
                    <a:spcPct val="120000"/>
                  </a:lnSpc>
                  <a:spcBef>
                    <a:spcPts val="0"/>
                  </a:spcBef>
                  <a:defRPr/>
                </a:pPr>
                <a:r>
                  <a:rPr lang="en-US" sz="1200" b="0" i="0">
                    <a:ln/>
                    <a:solidFill>
                      <a:srgbClr val="2F2F2F">
                        <a:alpha val="100000"/>
                      </a:srgbClr>
                    </a:solidFill>
                    <a:latin typeface="微软雅黑"/>
                    <a:ea typeface="微软雅黑"/>
                    <a:cs typeface="微软雅黑"/>
                  </a:rPr>
                  <a:t>在安装某些组件或进行网络配置时，可能需要暂时关闭防火墙或杀毒软件，避免其干扰安装过程。</a:t>
                </a:r>
                <a:endParaRPr lang="en-US" sz="1100"/>
              </a:p>
            </p:txBody>
          </p:sp>
        </p:grpSp>
      </p:grpSp>
      <p:sp>
        <p:nvSpPr>
          <p:cNvPr id="19" name="TextBox 19"/>
          <p:cNvSpPr txBox="1"/>
          <p:nvPr/>
        </p:nvSpPr>
        <p:spPr>
          <a:xfrm>
            <a:off x="660400" y="128587"/>
            <a:ext cx="10858500" cy="900112"/>
          </a:xfrm>
          <a:prstGeom prst="rect">
            <a:avLst/>
          </a:prstGeom>
          <a:ln>
            <a:headEnd type="none"/>
            <a:tailEnd type="none"/>
          </a:ln>
        </p:spPr>
        <p:txBody>
          <a:bodyPr vert="horz" wrap="square" lIns="91440" tIns="45720" rIns="91440" bIns="45720" rtlCol="0" anchor="b" anchorCtr="0"/>
          <a:lstStyle/>
          <a:p>
            <a:pPr algn="l">
              <a:lnSpc>
                <a:spcPct val="100000"/>
              </a:lnSpc>
              <a:spcBef>
                <a:spcPts val="0"/>
              </a:spcBef>
              <a:defRPr/>
            </a:pPr>
            <a:r>
              <a:rPr lang="en-US" sz="2800" b="1" i="0">
                <a:ln/>
                <a:solidFill>
                  <a:srgbClr val="2F2F2F">
                    <a:alpha val="100000"/>
                  </a:srgbClr>
                </a:solidFill>
                <a:latin typeface="微软雅黑"/>
                <a:ea typeface="微软雅黑"/>
                <a:cs typeface="微软雅黑"/>
              </a:rPr>
              <a:t>关键注意事项</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f7282f49-0484-4306-a537-037f2283c1a8"/>
          <p:cNvGrpSpPr/>
          <p:nvPr/>
        </p:nvGrpSpPr>
        <p:grpSpPr>
          <a:xfrm>
            <a:off x="660399" y="1130300"/>
            <a:ext cx="10858501" cy="5003800"/>
            <a:chOff x="660399" y="1130300"/>
            <a:chExt cx="10858501" cy="5003800"/>
          </a:xfrm>
        </p:grpSpPr>
        <p:grpSp>
          <p:nvGrpSpPr>
            <p:cNvPr id="3" name="Group 3"/>
            <p:cNvGrpSpPr/>
            <p:nvPr/>
          </p:nvGrpSpPr>
          <p:grpSpPr>
            <a:xfrm>
              <a:off x="660399" y="1759602"/>
              <a:ext cx="3103881" cy="4374498"/>
              <a:chOff x="660399" y="1759602"/>
              <a:chExt cx="3103881" cy="4374498"/>
            </a:xfrm>
          </p:grpSpPr>
          <p:sp>
            <p:nvSpPr>
              <p:cNvPr id="4" name="AutoShape 4"/>
              <p:cNvSpPr/>
              <p:nvPr/>
            </p:nvSpPr>
            <p:spPr>
              <a:xfrm>
                <a:off x="660400" y="1759602"/>
                <a:ext cx="3103880" cy="4374498"/>
              </a:xfrm>
              <a:prstGeom prst="roundRect">
                <a:avLst>
                  <a:gd name="adj" fmla="val 5538"/>
                </a:avLst>
              </a:prstGeom>
              <a:solidFill>
                <a:srgbClr val="0F3EE2">
                  <a:alpha val="100000"/>
                </a:srgbClr>
              </a:solidFill>
              <a:ln>
                <a:prstDash val="solid"/>
                <a:headEnd type="none"/>
                <a:tailEnd type="none"/>
              </a:ln>
            </p:spPr>
          </p:sp>
          <p:sp>
            <p:nvSpPr>
              <p:cNvPr id="5" name="AutoShape 5"/>
              <p:cNvSpPr/>
              <p:nvPr/>
            </p:nvSpPr>
            <p:spPr>
              <a:xfrm>
                <a:off x="721044" y="2911252"/>
                <a:ext cx="2982594" cy="3171702"/>
              </a:xfrm>
              <a:prstGeom prst="roundRect">
                <a:avLst>
                  <a:gd name="adj" fmla="val 4102"/>
                </a:avLst>
              </a:prstGeom>
              <a:solidFill>
                <a:srgbClr val="FFFFFF">
                  <a:alpha val="100000"/>
                </a:srgbClr>
              </a:solidFill>
              <a:ln>
                <a:prstDash val="solid"/>
                <a:headEnd type="none"/>
                <a:tailEnd type="none"/>
              </a:ln>
            </p:spPr>
          </p:sp>
          <p:sp>
            <p:nvSpPr>
              <p:cNvPr id="6" name="AutoShape 6"/>
              <p:cNvSpPr/>
              <p:nvPr/>
            </p:nvSpPr>
            <p:spPr>
              <a:xfrm>
                <a:off x="831532" y="5845548"/>
                <a:ext cx="574040" cy="45720"/>
              </a:xfrm>
              <a:prstGeom prst="rect">
                <a:avLst/>
              </a:prstGeom>
              <a:solidFill>
                <a:srgbClr val="0F3EE2">
                  <a:alpha val="100000"/>
                </a:srgbClr>
              </a:solidFill>
              <a:ln>
                <a:prstDash val="solid"/>
                <a:headEnd type="none"/>
                <a:tailEnd type="none"/>
              </a:ln>
            </p:spPr>
          </p:sp>
          <p:sp>
            <p:nvSpPr>
              <p:cNvPr id="7" name="AutoShape 7"/>
              <p:cNvSpPr/>
              <p:nvPr/>
            </p:nvSpPr>
            <p:spPr>
              <a:xfrm flipV="1">
                <a:off x="1405572" y="5864374"/>
                <a:ext cx="2169478" cy="4034"/>
              </a:xfrm>
              <a:prstGeom prst="line">
                <a:avLst/>
              </a:prstGeom>
              <a:ln w="6350">
                <a:solidFill>
                  <a:srgbClr val="2E4594">
                    <a:alpha val="100000"/>
                  </a:srgbClr>
                </a:solidFill>
                <a:prstDash val="solid"/>
                <a:headEnd type="none"/>
                <a:tailEnd type="none"/>
              </a:ln>
            </p:spPr>
          </p:sp>
          <p:sp>
            <p:nvSpPr>
              <p:cNvPr id="8" name="AutoShape 8"/>
              <p:cNvSpPr/>
              <p:nvPr/>
            </p:nvSpPr>
            <p:spPr>
              <a:xfrm>
                <a:off x="660400" y="1759602"/>
                <a:ext cx="3103880" cy="1100504"/>
              </a:xfrm>
              <a:prstGeom prst="round2SameRect">
                <a:avLst>
                  <a:gd name="adj1" fmla="val 10000"/>
                  <a:gd name="adj2" fmla="val 0"/>
                </a:avLst>
              </a:prstGeom>
              <a:blipFill rotWithShape="1">
                <a:blip r:embed="rId2">
                  <a:alphaModFix/>
                  <a:alphaModFix/>
                </a:blip>
                <a:stretch>
                  <a:fillRect/>
                </a:stretch>
              </a:blipFill>
              <a:ln>
                <a:prstDash val="solid"/>
                <a:headEnd type="none"/>
                <a:tailEnd type="none"/>
              </a:ln>
            </p:spPr>
          </p:sp>
          <p:sp>
            <p:nvSpPr>
              <p:cNvPr id="9" name="AutoShape 9"/>
              <p:cNvSpPr/>
              <p:nvPr/>
            </p:nvSpPr>
            <p:spPr>
              <a:xfrm>
                <a:off x="660399" y="1759602"/>
                <a:ext cx="3103880" cy="1100504"/>
              </a:xfrm>
              <a:prstGeom prst="round2SameRect">
                <a:avLst>
                  <a:gd name="adj1" fmla="val 10000"/>
                  <a:gd name="adj2" fmla="val 0"/>
                </a:avLst>
              </a:prstGeom>
              <a:solidFill>
                <a:srgbClr val="0F3EE2">
                  <a:alpha val="80000"/>
                </a:srgbClr>
              </a:solidFill>
              <a:ln>
                <a:prstDash val="solid"/>
                <a:headEnd type="none"/>
                <a:tailEnd type="none"/>
              </a:ln>
            </p:spPr>
          </p:sp>
          <p:sp>
            <p:nvSpPr>
              <p:cNvPr id="10" name="TextBox 10"/>
              <p:cNvSpPr txBox="1"/>
              <p:nvPr/>
            </p:nvSpPr>
            <p:spPr>
              <a:xfrm>
                <a:off x="798831" y="2999980"/>
                <a:ext cx="2827020" cy="648000"/>
              </a:xfrm>
              <a:prstGeom prst="rect">
                <a:avLst/>
              </a:prstGeom>
              <a:ln>
                <a:prstDash val="solid"/>
                <a:headEnd type="none"/>
                <a:tailEnd type="none"/>
              </a:ln>
            </p:spPr>
            <p:txBody>
              <a:bodyPr vert="horz" wrap="square" lIns="91440" tIns="45720" rIns="91440" bIns="45720" rtlCol="0" anchor="b" anchorCtr="0"/>
              <a:lstStyle/>
              <a:p>
                <a:pPr algn="l">
                  <a:defRPr/>
                </a:pPr>
                <a:r>
                  <a:rPr lang="en-US" sz="1800" b="1" i="0">
                    <a:ln/>
                    <a:solidFill>
                      <a:srgbClr val="000000">
                        <a:alpha val="100000"/>
                      </a:srgbClr>
                    </a:solidFill>
                    <a:latin typeface="微软雅黑"/>
                    <a:ea typeface="微软雅黑"/>
                    <a:cs typeface="微软雅黑"/>
                  </a:rPr>
                  <a:t>安装卡顿或失败</a:t>
                </a:r>
                <a:endParaRPr lang="en-US" sz="1100"/>
              </a:p>
            </p:txBody>
          </p:sp>
          <p:sp>
            <p:nvSpPr>
              <p:cNvPr id="11" name="TextBox 11"/>
              <p:cNvSpPr txBox="1"/>
              <p:nvPr/>
            </p:nvSpPr>
            <p:spPr>
              <a:xfrm>
                <a:off x="798831" y="3647980"/>
                <a:ext cx="2827020" cy="2067618"/>
              </a:xfrm>
              <a:prstGeom prst="rect">
                <a:avLst/>
              </a:prstGeom>
              <a:ln>
                <a:prstDash val="solid"/>
                <a:headEnd type="none"/>
                <a:tailEnd type="none"/>
              </a:ln>
            </p:spPr>
            <p:txBody>
              <a:bodyPr vert="horz" wrap="square" lIns="91440" tIns="45720" rIns="91440" bIns="45720" rtlCol="0" anchor="t" anchorCtr="0"/>
              <a:lstStyle/>
              <a:p>
                <a:pPr algn="l">
                  <a:lnSpc>
                    <a:spcPct val="130000"/>
                  </a:lnSpc>
                  <a:defRPr/>
                </a:pPr>
                <a:r>
                  <a:rPr lang="en-US" sz="1200" b="0" i="0">
                    <a:ln/>
                    <a:solidFill>
                      <a:srgbClr val="000000">
                        <a:alpha val="100000"/>
                      </a:srgbClr>
                    </a:solidFill>
                    <a:latin typeface="微软雅黑"/>
                    <a:ea typeface="微软雅黑"/>
                    <a:cs typeface="微软雅黑"/>
                  </a:rPr>
                  <a:t>首先检查硬件配置是否达标，特别是CPU虚拟化支持、内存和磁盘空间。其次，尝试更换不同的镜像版本或校验镜像完整性。</a:t>
                </a:r>
                <a:endParaRPr lang="en-US" sz="1100"/>
              </a:p>
            </p:txBody>
          </p:sp>
        </p:grpSp>
        <p:grpSp>
          <p:nvGrpSpPr>
            <p:cNvPr id="12" name="Group 12"/>
            <p:cNvGrpSpPr/>
            <p:nvPr/>
          </p:nvGrpSpPr>
          <p:grpSpPr>
            <a:xfrm>
              <a:off x="4537709" y="1759602"/>
              <a:ext cx="3103881" cy="4374498"/>
              <a:chOff x="4537709" y="1759602"/>
              <a:chExt cx="3103881" cy="4374498"/>
            </a:xfrm>
          </p:grpSpPr>
          <p:sp>
            <p:nvSpPr>
              <p:cNvPr id="13" name="AutoShape 13"/>
              <p:cNvSpPr/>
              <p:nvPr/>
            </p:nvSpPr>
            <p:spPr>
              <a:xfrm>
                <a:off x="4537710" y="1759602"/>
                <a:ext cx="3103880" cy="4374498"/>
              </a:xfrm>
              <a:prstGeom prst="roundRect">
                <a:avLst>
                  <a:gd name="adj" fmla="val 5538"/>
                </a:avLst>
              </a:prstGeom>
              <a:solidFill>
                <a:srgbClr val="0F3EE2">
                  <a:alpha val="100000"/>
                </a:srgbClr>
              </a:solidFill>
              <a:ln>
                <a:prstDash val="solid"/>
                <a:headEnd type="none"/>
                <a:tailEnd type="none"/>
              </a:ln>
            </p:spPr>
          </p:sp>
          <p:sp>
            <p:nvSpPr>
              <p:cNvPr id="14" name="AutoShape 14"/>
              <p:cNvSpPr/>
              <p:nvPr/>
            </p:nvSpPr>
            <p:spPr>
              <a:xfrm>
                <a:off x="4598353" y="2911252"/>
                <a:ext cx="2982594" cy="3171702"/>
              </a:xfrm>
              <a:prstGeom prst="roundRect">
                <a:avLst>
                  <a:gd name="adj" fmla="val 4102"/>
                </a:avLst>
              </a:prstGeom>
              <a:solidFill>
                <a:srgbClr val="FFFFFF">
                  <a:alpha val="100000"/>
                </a:srgbClr>
              </a:solidFill>
              <a:ln>
                <a:prstDash val="solid"/>
                <a:headEnd type="none"/>
                <a:tailEnd type="none"/>
              </a:ln>
            </p:spPr>
          </p:sp>
          <p:sp>
            <p:nvSpPr>
              <p:cNvPr id="15" name="AutoShape 15"/>
              <p:cNvSpPr/>
              <p:nvPr/>
            </p:nvSpPr>
            <p:spPr>
              <a:xfrm>
                <a:off x="4724241" y="5845548"/>
                <a:ext cx="574040" cy="45720"/>
              </a:xfrm>
              <a:prstGeom prst="rect">
                <a:avLst/>
              </a:prstGeom>
              <a:solidFill>
                <a:srgbClr val="0F3EE2">
                  <a:alpha val="100000"/>
                </a:srgbClr>
              </a:solidFill>
              <a:ln>
                <a:prstDash val="solid"/>
                <a:headEnd type="none"/>
                <a:tailEnd type="none"/>
              </a:ln>
            </p:spPr>
          </p:sp>
          <p:sp>
            <p:nvSpPr>
              <p:cNvPr id="16" name="AutoShape 16"/>
              <p:cNvSpPr/>
              <p:nvPr/>
            </p:nvSpPr>
            <p:spPr>
              <a:xfrm flipV="1">
                <a:off x="5298281" y="5864374"/>
                <a:ext cx="2169478" cy="4034"/>
              </a:xfrm>
              <a:prstGeom prst="line">
                <a:avLst/>
              </a:prstGeom>
              <a:ln w="6350">
                <a:solidFill>
                  <a:srgbClr val="2E4594">
                    <a:alpha val="100000"/>
                  </a:srgbClr>
                </a:solidFill>
                <a:prstDash val="solid"/>
                <a:headEnd type="none"/>
                <a:tailEnd type="none"/>
              </a:ln>
            </p:spPr>
          </p:sp>
          <p:sp>
            <p:nvSpPr>
              <p:cNvPr id="17" name="AutoShape 17"/>
              <p:cNvSpPr/>
              <p:nvPr/>
            </p:nvSpPr>
            <p:spPr>
              <a:xfrm>
                <a:off x="4537710" y="1759602"/>
                <a:ext cx="3103880" cy="1100504"/>
              </a:xfrm>
              <a:prstGeom prst="round2SameRect">
                <a:avLst>
                  <a:gd name="adj1" fmla="val 10000"/>
                  <a:gd name="adj2" fmla="val 0"/>
                </a:avLst>
              </a:prstGeom>
              <a:blipFill rotWithShape="1">
                <a:blip r:embed="rId3">
                  <a:alphaModFix/>
                  <a:alphaModFix/>
                </a:blip>
                <a:stretch>
                  <a:fillRect/>
                </a:stretch>
              </a:blipFill>
              <a:ln>
                <a:prstDash val="solid"/>
                <a:headEnd type="none"/>
                <a:tailEnd type="none"/>
              </a:ln>
            </p:spPr>
          </p:sp>
          <p:sp>
            <p:nvSpPr>
              <p:cNvPr id="18" name="AutoShape 18"/>
              <p:cNvSpPr/>
              <p:nvPr/>
            </p:nvSpPr>
            <p:spPr>
              <a:xfrm>
                <a:off x="4537709" y="1759602"/>
                <a:ext cx="3103880" cy="1100504"/>
              </a:xfrm>
              <a:prstGeom prst="round2SameRect">
                <a:avLst>
                  <a:gd name="adj1" fmla="val 10000"/>
                  <a:gd name="adj2" fmla="val 0"/>
                </a:avLst>
              </a:prstGeom>
              <a:solidFill>
                <a:srgbClr val="0F3EE2">
                  <a:alpha val="80000"/>
                </a:srgbClr>
              </a:solidFill>
              <a:ln>
                <a:prstDash val="solid"/>
                <a:headEnd type="none"/>
                <a:tailEnd type="none"/>
              </a:ln>
            </p:spPr>
          </p:sp>
          <p:sp>
            <p:nvSpPr>
              <p:cNvPr id="19" name="TextBox 19"/>
              <p:cNvSpPr txBox="1"/>
              <p:nvPr/>
            </p:nvSpPr>
            <p:spPr>
              <a:xfrm>
                <a:off x="4676140" y="2999980"/>
                <a:ext cx="2827020" cy="648000"/>
              </a:xfrm>
              <a:prstGeom prst="rect">
                <a:avLst/>
              </a:prstGeom>
              <a:ln>
                <a:prstDash val="solid"/>
                <a:headEnd type="none"/>
                <a:tailEnd type="none"/>
              </a:ln>
            </p:spPr>
            <p:txBody>
              <a:bodyPr vert="horz" wrap="square" lIns="91440" tIns="45720" rIns="91440" bIns="45720" rtlCol="0" anchor="b" anchorCtr="0"/>
              <a:lstStyle/>
              <a:p>
                <a:pPr algn="l">
                  <a:defRPr/>
                </a:pPr>
                <a:r>
                  <a:rPr lang="en-US" sz="1800" b="1" i="0">
                    <a:ln/>
                    <a:solidFill>
                      <a:srgbClr val="000000">
                        <a:alpha val="100000"/>
                      </a:srgbClr>
                    </a:solidFill>
                    <a:latin typeface="微软雅黑"/>
                    <a:ea typeface="微软雅黑"/>
                    <a:cs typeface="微软雅黑"/>
                  </a:rPr>
                  <a:t>无法从U盘启动</a:t>
                </a:r>
                <a:endParaRPr lang="en-US" sz="1100"/>
              </a:p>
            </p:txBody>
          </p:sp>
          <p:sp>
            <p:nvSpPr>
              <p:cNvPr id="20" name="TextBox 20"/>
              <p:cNvSpPr txBox="1"/>
              <p:nvPr/>
            </p:nvSpPr>
            <p:spPr>
              <a:xfrm>
                <a:off x="4676140" y="3647979"/>
                <a:ext cx="2827020" cy="2067618"/>
              </a:xfrm>
              <a:prstGeom prst="rect">
                <a:avLst/>
              </a:prstGeom>
              <a:ln>
                <a:prstDash val="solid"/>
                <a:headEnd type="none"/>
                <a:tailEnd type="none"/>
              </a:ln>
            </p:spPr>
            <p:txBody>
              <a:bodyPr vert="horz" wrap="square" lIns="91440" tIns="45720" rIns="91440" bIns="45720" rtlCol="0" anchor="t" anchorCtr="0"/>
              <a:lstStyle/>
              <a:p>
                <a:pPr algn="l">
                  <a:lnSpc>
                    <a:spcPct val="130000"/>
                  </a:lnSpc>
                  <a:defRPr/>
                </a:pPr>
                <a:r>
                  <a:rPr lang="en-US" sz="1200" b="0" i="0">
                    <a:ln/>
                    <a:solidFill>
                      <a:srgbClr val="000000">
                        <a:alpha val="100000"/>
                      </a:srgbClr>
                    </a:solidFill>
                    <a:latin typeface="微软雅黑"/>
                    <a:ea typeface="微软雅黑"/>
                    <a:cs typeface="微软雅黑"/>
                  </a:rPr>
                  <a:t>检查BIOS中的启动顺序设置，确保U盘设备被正确识别并置于首位。同时确认U盘启动盘已正确制作。</a:t>
                </a:r>
                <a:endParaRPr lang="en-US" sz="1100"/>
              </a:p>
            </p:txBody>
          </p:sp>
        </p:grpSp>
        <p:grpSp>
          <p:nvGrpSpPr>
            <p:cNvPr id="21" name="Group 21"/>
            <p:cNvGrpSpPr/>
            <p:nvPr/>
          </p:nvGrpSpPr>
          <p:grpSpPr>
            <a:xfrm>
              <a:off x="8415019" y="1759602"/>
              <a:ext cx="3103881" cy="4374498"/>
              <a:chOff x="8415019" y="1759602"/>
              <a:chExt cx="3103881" cy="4374498"/>
            </a:xfrm>
          </p:grpSpPr>
          <p:sp>
            <p:nvSpPr>
              <p:cNvPr id="22" name="AutoShape 22"/>
              <p:cNvSpPr/>
              <p:nvPr/>
            </p:nvSpPr>
            <p:spPr>
              <a:xfrm>
                <a:off x="8415020" y="1759602"/>
                <a:ext cx="3103880" cy="4374498"/>
              </a:xfrm>
              <a:prstGeom prst="roundRect">
                <a:avLst>
                  <a:gd name="adj" fmla="val 5538"/>
                </a:avLst>
              </a:prstGeom>
              <a:solidFill>
                <a:srgbClr val="0F3EE2">
                  <a:alpha val="100000"/>
                </a:srgbClr>
              </a:solidFill>
              <a:ln>
                <a:prstDash val="solid"/>
                <a:headEnd type="none"/>
                <a:tailEnd type="none"/>
              </a:ln>
            </p:spPr>
          </p:sp>
          <p:sp>
            <p:nvSpPr>
              <p:cNvPr id="23" name="AutoShape 23"/>
              <p:cNvSpPr/>
              <p:nvPr/>
            </p:nvSpPr>
            <p:spPr>
              <a:xfrm>
                <a:off x="8475663" y="2911252"/>
                <a:ext cx="2982594" cy="3171702"/>
              </a:xfrm>
              <a:prstGeom prst="roundRect">
                <a:avLst>
                  <a:gd name="adj" fmla="val 4102"/>
                </a:avLst>
              </a:prstGeom>
              <a:solidFill>
                <a:srgbClr val="FFFFFF">
                  <a:alpha val="100000"/>
                </a:srgbClr>
              </a:solidFill>
              <a:ln>
                <a:prstDash val="solid"/>
                <a:headEnd type="none"/>
                <a:tailEnd type="none"/>
              </a:ln>
            </p:spPr>
          </p:sp>
          <p:sp>
            <p:nvSpPr>
              <p:cNvPr id="24" name="AutoShape 24"/>
              <p:cNvSpPr/>
              <p:nvPr/>
            </p:nvSpPr>
            <p:spPr>
              <a:xfrm>
                <a:off x="8616950" y="5845548"/>
                <a:ext cx="574040" cy="45720"/>
              </a:xfrm>
              <a:prstGeom prst="rect">
                <a:avLst/>
              </a:prstGeom>
              <a:solidFill>
                <a:srgbClr val="0F3EE2">
                  <a:alpha val="100000"/>
                </a:srgbClr>
              </a:solidFill>
              <a:ln>
                <a:prstDash val="solid"/>
                <a:headEnd type="none"/>
                <a:tailEnd type="none"/>
              </a:ln>
            </p:spPr>
          </p:sp>
          <p:sp>
            <p:nvSpPr>
              <p:cNvPr id="25" name="AutoShape 25"/>
              <p:cNvSpPr/>
              <p:nvPr/>
            </p:nvSpPr>
            <p:spPr>
              <a:xfrm flipV="1">
                <a:off x="9190990" y="5864374"/>
                <a:ext cx="2169478" cy="4034"/>
              </a:xfrm>
              <a:prstGeom prst="line">
                <a:avLst/>
              </a:prstGeom>
              <a:ln w="6350">
                <a:solidFill>
                  <a:srgbClr val="2E4594">
                    <a:alpha val="100000"/>
                  </a:srgbClr>
                </a:solidFill>
                <a:prstDash val="solid"/>
                <a:headEnd type="none"/>
                <a:tailEnd type="none"/>
              </a:ln>
            </p:spPr>
          </p:sp>
          <p:sp>
            <p:nvSpPr>
              <p:cNvPr id="26" name="AutoShape 26"/>
              <p:cNvSpPr/>
              <p:nvPr/>
            </p:nvSpPr>
            <p:spPr>
              <a:xfrm>
                <a:off x="8415020" y="1759602"/>
                <a:ext cx="3103880" cy="1100504"/>
              </a:xfrm>
              <a:prstGeom prst="round2SameRect">
                <a:avLst>
                  <a:gd name="adj1" fmla="val 10000"/>
                  <a:gd name="adj2" fmla="val 0"/>
                </a:avLst>
              </a:prstGeom>
              <a:blipFill rotWithShape="1">
                <a:blip r:embed="rId4">
                  <a:alphaModFix/>
                  <a:alphaModFix/>
                </a:blip>
                <a:stretch>
                  <a:fillRect/>
                </a:stretch>
              </a:blipFill>
              <a:ln>
                <a:prstDash val="solid"/>
                <a:headEnd type="none"/>
                <a:tailEnd type="none"/>
              </a:ln>
            </p:spPr>
          </p:sp>
          <p:sp>
            <p:nvSpPr>
              <p:cNvPr id="27" name="AutoShape 27"/>
              <p:cNvSpPr/>
              <p:nvPr/>
            </p:nvSpPr>
            <p:spPr>
              <a:xfrm>
                <a:off x="8415019" y="1759602"/>
                <a:ext cx="3103880" cy="1100504"/>
              </a:xfrm>
              <a:prstGeom prst="round2SameRect">
                <a:avLst>
                  <a:gd name="adj1" fmla="val 10000"/>
                  <a:gd name="adj2" fmla="val 0"/>
                </a:avLst>
              </a:prstGeom>
              <a:solidFill>
                <a:srgbClr val="0F3EE2">
                  <a:alpha val="80000"/>
                </a:srgbClr>
              </a:solidFill>
              <a:ln>
                <a:prstDash val="solid"/>
                <a:headEnd type="none"/>
                <a:tailEnd type="none"/>
              </a:ln>
            </p:spPr>
          </p:sp>
          <p:sp>
            <p:nvSpPr>
              <p:cNvPr id="28" name="TextBox 28"/>
              <p:cNvSpPr txBox="1"/>
              <p:nvPr/>
            </p:nvSpPr>
            <p:spPr>
              <a:xfrm>
                <a:off x="8553450" y="2999980"/>
                <a:ext cx="2827020" cy="648000"/>
              </a:xfrm>
              <a:prstGeom prst="rect">
                <a:avLst/>
              </a:prstGeom>
              <a:ln>
                <a:prstDash val="solid"/>
                <a:headEnd type="none"/>
                <a:tailEnd type="none"/>
              </a:ln>
            </p:spPr>
            <p:txBody>
              <a:bodyPr vert="horz" wrap="square" lIns="91440" tIns="45720" rIns="91440" bIns="45720" rtlCol="0" anchor="b" anchorCtr="0"/>
              <a:lstStyle/>
              <a:p>
                <a:pPr algn="l">
                  <a:defRPr/>
                </a:pPr>
                <a:r>
                  <a:rPr lang="en-US" sz="1800" b="1" i="0">
                    <a:ln/>
                    <a:solidFill>
                      <a:srgbClr val="000000">
                        <a:alpha val="100000"/>
                      </a:srgbClr>
                    </a:solidFill>
                    <a:latin typeface="微软雅黑"/>
                    <a:ea typeface="微软雅黑"/>
                    <a:cs typeface="微软雅黑"/>
                  </a:rPr>
                  <a:t>网络连接失败</a:t>
                </a:r>
                <a:endParaRPr lang="en-US" sz="1100"/>
              </a:p>
            </p:txBody>
          </p:sp>
          <p:sp>
            <p:nvSpPr>
              <p:cNvPr id="29" name="TextBox 29"/>
              <p:cNvSpPr txBox="1"/>
              <p:nvPr/>
            </p:nvSpPr>
            <p:spPr>
              <a:xfrm>
                <a:off x="8553450" y="3647979"/>
                <a:ext cx="2827020" cy="2067618"/>
              </a:xfrm>
              <a:prstGeom prst="rect">
                <a:avLst/>
              </a:prstGeom>
              <a:ln>
                <a:prstDash val="solid"/>
                <a:headEnd type="none"/>
                <a:tailEnd type="none"/>
              </a:ln>
            </p:spPr>
            <p:txBody>
              <a:bodyPr vert="horz" wrap="square" lIns="91440" tIns="45720" rIns="91440" bIns="45720" rtlCol="0" anchor="t" anchorCtr="0"/>
              <a:lstStyle/>
              <a:p>
                <a:pPr algn="l">
                  <a:lnSpc>
                    <a:spcPct val="130000"/>
                  </a:lnSpc>
                  <a:defRPr/>
                </a:pPr>
                <a:r>
                  <a:rPr lang="en-US" sz="1200" b="0" i="0">
                    <a:ln/>
                    <a:solidFill>
                      <a:srgbClr val="000000">
                        <a:alpha val="100000"/>
                      </a:srgbClr>
                    </a:solidFill>
                    <a:latin typeface="微软雅黑"/>
                    <a:ea typeface="微软雅黑"/>
                    <a:cs typeface="微软雅黑"/>
                  </a:rPr>
                  <a:t>检查虚拟机网络设置或物理机网卡驱动，尝试重启网络服务或重新配置IP地址，确保网络连接通畅。</a:t>
                </a:r>
                <a:endParaRPr lang="en-US" sz="1100"/>
              </a:p>
            </p:txBody>
          </p:sp>
        </p:grpSp>
        <p:sp>
          <p:nvSpPr>
            <p:cNvPr id="30" name="TextBox 30"/>
            <p:cNvSpPr txBox="1"/>
            <p:nvPr/>
          </p:nvSpPr>
          <p:spPr>
            <a:xfrm>
              <a:off x="660399" y="1130300"/>
              <a:ext cx="10858500" cy="483605"/>
            </a:xfrm>
            <a:prstGeom prst="rect">
              <a:avLst/>
            </a:prstGeom>
            <a:ln>
              <a:headEnd type="none"/>
              <a:tailEnd type="none"/>
            </a:ln>
          </p:spPr>
          <p:txBody>
            <a:bodyPr vert="horz" wrap="square" lIns="91440" tIns="45720" rIns="91440" bIns="45720" rtlCol="0" anchor="ctr" anchorCtr="0"/>
            <a:lstStyle/>
            <a:p>
              <a:pPr algn="ctr">
                <a:lnSpc>
                  <a:spcPct val="108000"/>
                </a:lnSpc>
                <a:defRPr/>
              </a:pPr>
              <a:r>
                <a:rPr lang="en-US" sz="2400" b="1" i="0">
                  <a:ln/>
                  <a:solidFill>
                    <a:srgbClr val="2F2F2F">
                      <a:alpha val="100000"/>
                    </a:srgbClr>
                  </a:solidFill>
                  <a:latin typeface="微软雅黑"/>
                  <a:ea typeface="微软雅黑"/>
                  <a:cs typeface="微软雅黑"/>
                </a:rPr>
                <a:t>应对安装时可能遇到的典型难题</a:t>
              </a:r>
              <a:endParaRPr lang="en-US" sz="1100"/>
            </a:p>
          </p:txBody>
        </p:sp>
      </p:grpSp>
      <p:sp>
        <p:nvSpPr>
          <p:cNvPr id="31" name="TextBox 31"/>
          <p:cNvSpPr txBox="1"/>
          <p:nvPr/>
        </p:nvSpPr>
        <p:spPr>
          <a:xfrm>
            <a:off x="660400" y="128587"/>
            <a:ext cx="10858500" cy="900112"/>
          </a:xfrm>
          <a:prstGeom prst="rect">
            <a:avLst/>
          </a:prstGeom>
          <a:ln>
            <a:headEnd type="none"/>
            <a:tailEnd type="none"/>
          </a:ln>
        </p:spPr>
        <p:txBody>
          <a:bodyPr vert="horz" wrap="square" lIns="91440" tIns="45720" rIns="91440" bIns="45720" rtlCol="0" anchor="b" anchorCtr="0"/>
          <a:lstStyle/>
          <a:p>
            <a:pPr algn="l">
              <a:lnSpc>
                <a:spcPct val="100000"/>
              </a:lnSpc>
              <a:spcBef>
                <a:spcPts val="0"/>
              </a:spcBef>
              <a:defRPr/>
            </a:pPr>
            <a:r>
              <a:rPr lang="en-US" sz="2800" b="1" i="0">
                <a:ln/>
                <a:solidFill>
                  <a:srgbClr val="2F2F2F">
                    <a:alpha val="100000"/>
                  </a:srgbClr>
                </a:solidFill>
                <a:latin typeface="微软雅黑"/>
                <a:ea typeface="微软雅黑"/>
                <a:cs typeface="微软雅黑"/>
              </a:rPr>
              <a:t>常见问题解决</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747657" y="1993899"/>
            <a:ext cx="5771242" cy="584775"/>
          </a:xfrm>
          <a:prstGeom prst="rect">
            <a:avLst/>
          </a:prstGeom>
          <a:ln>
            <a:headEnd type="none"/>
            <a:tailEnd type="none"/>
          </a:ln>
        </p:spPr>
        <p:txBody>
          <a:bodyPr vert="horz" wrap="square" lIns="91440" tIns="45720" rIns="91440" bIns="45720" rtlCol="0" anchor="b" anchorCtr="0"/>
          <a:lstStyle/>
          <a:p>
            <a:pPr algn="l">
              <a:lnSpc>
                <a:spcPct val="100000"/>
              </a:lnSpc>
              <a:spcBef>
                <a:spcPts val="0"/>
              </a:spcBef>
              <a:defRPr/>
            </a:pPr>
            <a:r>
              <a:rPr lang="en-US" sz="3200" b="1" i="0">
                <a:ln/>
                <a:solidFill>
                  <a:srgbClr val="FFFFFF">
                    <a:alpha val="100000"/>
                  </a:srgbClr>
                </a:solidFill>
                <a:latin typeface="微软雅黑"/>
                <a:ea typeface="微软雅黑"/>
                <a:cs typeface="微软雅黑"/>
              </a:rPr>
              <a:t>验证与后续配置</a:t>
            </a:r>
            <a:endParaRPr lang="en-US" sz="1100"/>
          </a:p>
        </p:txBody>
      </p:sp>
      <p:sp>
        <p:nvSpPr>
          <p:cNvPr id="3" name="TextBox 3"/>
          <p:cNvSpPr txBox="1"/>
          <p:nvPr/>
        </p:nvSpPr>
        <p:spPr>
          <a:xfrm>
            <a:off x="5747657" y="2590528"/>
            <a:ext cx="5771242" cy="1104991"/>
          </a:xfrm>
          <a:prstGeom prst="rect">
            <a:avLst/>
          </a:prstGeom>
          <a:ln>
            <a:headEnd type="none"/>
            <a:tailEnd type="none"/>
          </a:ln>
        </p:spPr>
        <p:txBody>
          <a:bodyPr vert="horz" wrap="square" lIns="91440" tIns="45720" rIns="91440" bIns="45720" rtlCol="0" anchor="t" anchorCtr="0"/>
          <a:lstStyle/>
          <a:p>
            <a:pPr algn="l">
              <a:lnSpc>
                <a:spcPct val="120000"/>
              </a:lnSpc>
              <a:spcBef>
                <a:spcPts val="1000"/>
              </a:spcBef>
              <a:defRPr/>
            </a:pPr>
            <a:r>
              <a:rPr lang="en-US" sz="2000" b="0" i="0">
                <a:ln/>
                <a:solidFill>
                  <a:srgbClr val="FFFFFF">
                    <a:alpha val="100000"/>
                  </a:srgbClr>
                </a:solidFill>
                <a:latin typeface="微软雅黑"/>
                <a:ea typeface="微软雅黑"/>
                <a:cs typeface="微软雅黑"/>
              </a:rPr>
              <a:t>完成安装后的最终验证和基础配置，标志着系统已准备就绪，可以投入正常使用。</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8f55749d-58bc-43fa-9c5e-7c2ac3c9bf15"/>
          <p:cNvGrpSpPr/>
          <p:nvPr/>
        </p:nvGrpSpPr>
        <p:grpSpPr>
          <a:xfrm>
            <a:off x="660400" y="1130300"/>
            <a:ext cx="10858500" cy="5003800"/>
            <a:chOff x="660400" y="1130300"/>
            <a:chExt cx="10858500" cy="5003800"/>
          </a:xfrm>
        </p:grpSpPr>
        <p:sp>
          <p:nvSpPr>
            <p:cNvPr id="3" name="TextBox 3"/>
            <p:cNvSpPr txBox="1"/>
            <p:nvPr/>
          </p:nvSpPr>
          <p:spPr>
            <a:xfrm>
              <a:off x="660400" y="1130300"/>
              <a:ext cx="10858500" cy="549413"/>
            </a:xfrm>
            <a:prstGeom prst="rect">
              <a:avLst/>
            </a:prstGeom>
            <a:ln>
              <a:headEnd type="none"/>
              <a:tailEnd type="none"/>
            </a:ln>
          </p:spPr>
          <p:txBody>
            <a:bodyPr vert="horz" wrap="square" lIns="91440" tIns="45720" rIns="91440" bIns="45720" rtlCol="0" anchor="ctr" anchorCtr="0"/>
            <a:lstStyle/>
            <a:p>
              <a:pPr algn="ctr">
                <a:spcBef>
                  <a:spcPts val="0"/>
                </a:spcBef>
                <a:spcAft>
                  <a:spcPts val="0"/>
                </a:spcAft>
                <a:defRPr/>
              </a:pPr>
              <a:r>
                <a:rPr lang="en-US" sz="2400" b="1" i="0" strike="noStrike">
                  <a:ln/>
                  <a:solidFill>
                    <a:srgbClr val="2F2F2F">
                      <a:alpha val="100000"/>
                    </a:srgbClr>
                  </a:solidFill>
                  <a:latin typeface="微软雅黑"/>
                  <a:ea typeface="微软雅黑"/>
                  <a:cs typeface="微软雅黑"/>
                </a:rPr>
                <a:t>确认系统已正确安装并正常运行</a:t>
              </a:r>
              <a:endParaRPr lang="en-US" sz="1100"/>
            </a:p>
          </p:txBody>
        </p:sp>
        <p:sp>
          <p:nvSpPr>
            <p:cNvPr id="4" name="AutoShape 4"/>
            <p:cNvSpPr/>
            <p:nvPr/>
          </p:nvSpPr>
          <p:spPr>
            <a:xfrm flipH="1">
              <a:off x="660400" y="3478971"/>
              <a:ext cx="10858500" cy="0"/>
            </a:xfrm>
            <a:prstGeom prst="line">
              <a:avLst/>
            </a:prstGeom>
            <a:ln w="12700">
              <a:solidFill>
                <a:srgbClr val="3436AE">
                  <a:alpha val="100000"/>
                </a:srgbClr>
              </a:solidFill>
              <a:prstDash val="solid"/>
              <a:headEnd type="none"/>
              <a:tailEnd type="none"/>
            </a:ln>
          </p:spPr>
        </p:sp>
        <p:grpSp>
          <p:nvGrpSpPr>
            <p:cNvPr id="5" name="Group 5"/>
            <p:cNvGrpSpPr/>
            <p:nvPr/>
          </p:nvGrpSpPr>
          <p:grpSpPr>
            <a:xfrm>
              <a:off x="754728" y="1959941"/>
              <a:ext cx="3185294" cy="4174159"/>
              <a:chOff x="420899" y="1959941"/>
              <a:chExt cx="3185294" cy="4174159"/>
            </a:xfrm>
          </p:grpSpPr>
          <p:sp>
            <p:nvSpPr>
              <p:cNvPr id="6" name="TextBox 6"/>
              <p:cNvSpPr txBox="1"/>
              <p:nvPr/>
            </p:nvSpPr>
            <p:spPr>
              <a:xfrm>
                <a:off x="420899" y="3759201"/>
                <a:ext cx="3185294" cy="713292"/>
              </a:xfrm>
              <a:prstGeom prst="rect">
                <a:avLst/>
              </a:prstGeom>
              <a:ln>
                <a:prstDash val="solid"/>
                <a:headEnd type="none"/>
                <a:tailEnd type="none"/>
              </a:ln>
            </p:spPr>
            <p:txBody>
              <a:bodyPr vert="horz" wrap="square" lIns="91440" tIns="45720" rIns="91440" bIns="45720" rtlCol="0" anchor="b" anchorCtr="0"/>
              <a:lstStyle/>
              <a:p>
                <a:pPr algn="l">
                  <a:defRPr/>
                </a:pPr>
                <a:r>
                  <a:rPr lang="en-US" sz="1800" b="1" i="0">
                    <a:ln/>
                    <a:solidFill>
                      <a:srgbClr val="2F2F2F">
                        <a:alpha val="100000"/>
                      </a:srgbClr>
                    </a:solidFill>
                    <a:latin typeface="微软雅黑"/>
                    <a:ea typeface="微软雅黑"/>
                    <a:cs typeface="微软雅黑"/>
                  </a:rPr>
                  <a:t>检查系统信息</a:t>
                </a:r>
                <a:endParaRPr lang="en-US" sz="1100"/>
              </a:p>
            </p:txBody>
          </p:sp>
          <p:sp>
            <p:nvSpPr>
              <p:cNvPr id="7" name="TextBox 7"/>
              <p:cNvSpPr txBox="1"/>
              <p:nvPr/>
            </p:nvSpPr>
            <p:spPr>
              <a:xfrm>
                <a:off x="420899" y="4472492"/>
                <a:ext cx="3185294" cy="1661608"/>
              </a:xfrm>
              <a:prstGeom prst="rect">
                <a:avLst/>
              </a:prstGeom>
              <a:ln>
                <a:prstDash val="solid"/>
                <a:headEnd type="none"/>
                <a:tailEnd type="none"/>
              </a:ln>
            </p:spPr>
            <p:txBody>
              <a:bodyPr vert="horz" wrap="square" lIns="91440" tIns="45720" rIns="91440" bIns="45720" rtlCol="0" anchor="t" anchorCtr="0"/>
              <a:lstStyle/>
              <a:p>
                <a:pPr algn="l">
                  <a:lnSpc>
                    <a:spcPct val="130000"/>
                  </a:lnSpc>
                  <a:defRPr/>
                </a:pPr>
                <a:r>
                  <a:rPr lang="en-US" sz="1200" b="0" i="0">
                    <a:ln/>
                    <a:solidFill>
                      <a:srgbClr val="2F2F2F">
                        <a:alpha val="100000"/>
                      </a:srgbClr>
                    </a:solidFill>
                    <a:latin typeface="微软雅黑"/>
                    <a:ea typeface="微软雅黑"/>
                    <a:cs typeface="微软雅黑"/>
                  </a:rPr>
                  <a:t>登录系统后，通过`uname -a`或`cat /etc/os-release`等命令查看系统版本和内核信息，确认与安装镜像一致。</a:t>
                </a:r>
                <a:endParaRPr lang="en-US" sz="1100"/>
              </a:p>
            </p:txBody>
          </p:sp>
          <p:sp>
            <p:nvSpPr>
              <p:cNvPr id="8" name="TextBox 8"/>
              <p:cNvSpPr txBox="1"/>
              <p:nvPr/>
            </p:nvSpPr>
            <p:spPr>
              <a:xfrm>
                <a:off x="420899" y="1959941"/>
                <a:ext cx="3185294" cy="1311651"/>
              </a:xfrm>
              <a:prstGeom prst="roundRect">
                <a:avLst/>
              </a:prstGeom>
              <a:solidFill>
                <a:srgbClr val="0F3EE2">
                  <a:alpha val="100000"/>
                </a:srgbClr>
              </a:solidFill>
              <a:ln>
                <a:prstDash val="solid"/>
                <a:headEnd type="none"/>
                <a:tailEnd type="none"/>
              </a:ln>
            </p:spPr>
            <p:txBody>
              <a:bodyPr vert="horz" wrap="square" lIns="91440" tIns="45720" rIns="91440" bIns="45720" rtlCol="0" anchor="ctr" anchorCtr="0"/>
              <a:lstStyle/>
              <a:p>
                <a:pPr algn="ctr">
                  <a:defRPr/>
                </a:pPr>
                <a:r>
                  <a:rPr lang="en-US" sz="4000" b="1" i="0">
                    <a:ln/>
                    <a:solidFill>
                      <a:srgbClr val="FFFFFF">
                        <a:alpha val="100000"/>
                      </a:srgbClr>
                    </a:solidFill>
                    <a:latin typeface="Arial"/>
                    <a:ea typeface="Arial"/>
                    <a:cs typeface="Arial"/>
                  </a:rPr>
                  <a:t>01</a:t>
                </a:r>
                <a:endParaRPr lang="en-US" sz="1100"/>
              </a:p>
            </p:txBody>
          </p:sp>
        </p:grpSp>
        <p:grpSp>
          <p:nvGrpSpPr>
            <p:cNvPr id="9" name="Group 9"/>
            <p:cNvGrpSpPr/>
            <p:nvPr/>
          </p:nvGrpSpPr>
          <p:grpSpPr>
            <a:xfrm>
              <a:off x="4524677" y="1959941"/>
              <a:ext cx="3200109" cy="4174159"/>
              <a:chOff x="3146874" y="1959941"/>
              <a:chExt cx="3200109" cy="4174159"/>
            </a:xfrm>
          </p:grpSpPr>
          <p:sp>
            <p:nvSpPr>
              <p:cNvPr id="10" name="TextBox 10"/>
              <p:cNvSpPr txBox="1"/>
              <p:nvPr/>
            </p:nvSpPr>
            <p:spPr>
              <a:xfrm>
                <a:off x="3146874" y="3759201"/>
                <a:ext cx="3185294" cy="713292"/>
              </a:xfrm>
              <a:prstGeom prst="rect">
                <a:avLst/>
              </a:prstGeom>
              <a:ln>
                <a:prstDash val="solid"/>
                <a:headEnd type="none"/>
                <a:tailEnd type="none"/>
              </a:ln>
            </p:spPr>
            <p:txBody>
              <a:bodyPr vert="horz" wrap="square" lIns="91440" tIns="45720" rIns="91440" bIns="45720" rtlCol="0" anchor="b" anchorCtr="0"/>
              <a:lstStyle/>
              <a:p>
                <a:pPr algn="l">
                  <a:defRPr/>
                </a:pPr>
                <a:r>
                  <a:rPr lang="en-US" sz="1800" b="1" i="0">
                    <a:ln/>
                    <a:solidFill>
                      <a:srgbClr val="2F2F2F">
                        <a:alpha val="100000"/>
                      </a:srgbClr>
                    </a:solidFill>
                    <a:latin typeface="微软雅黑"/>
                    <a:ea typeface="微软雅黑"/>
                    <a:cs typeface="微软雅黑"/>
                  </a:rPr>
                  <a:t>测试网络连通性</a:t>
                </a:r>
                <a:endParaRPr lang="en-US" sz="1100"/>
              </a:p>
            </p:txBody>
          </p:sp>
          <p:sp>
            <p:nvSpPr>
              <p:cNvPr id="11" name="TextBox 11"/>
              <p:cNvSpPr txBox="1"/>
              <p:nvPr/>
            </p:nvSpPr>
            <p:spPr>
              <a:xfrm>
                <a:off x="3146874" y="4472492"/>
                <a:ext cx="3185294" cy="1661608"/>
              </a:xfrm>
              <a:prstGeom prst="rect">
                <a:avLst/>
              </a:prstGeom>
              <a:ln>
                <a:prstDash val="solid"/>
                <a:headEnd type="none"/>
                <a:tailEnd type="none"/>
              </a:ln>
            </p:spPr>
            <p:txBody>
              <a:bodyPr vert="horz" wrap="square" lIns="91440" tIns="45720" rIns="91440" bIns="45720" rtlCol="0" anchor="t" anchorCtr="0"/>
              <a:lstStyle/>
              <a:p>
                <a:pPr algn="l">
                  <a:lnSpc>
                    <a:spcPct val="130000"/>
                  </a:lnSpc>
                  <a:defRPr/>
                </a:pPr>
                <a:r>
                  <a:rPr lang="en-US" sz="1200" b="0" i="0">
                    <a:ln/>
                    <a:solidFill>
                      <a:srgbClr val="2F2F2F">
                        <a:alpha val="100000"/>
                      </a:srgbClr>
                    </a:solidFill>
                    <a:latin typeface="微软雅黑"/>
                    <a:ea typeface="微软雅黑"/>
                    <a:cs typeface="微软雅黑"/>
                  </a:rPr>
                  <a:t>打开终端，使用`ping`命令测试网络连接，例如`ping www.baidu.com`，确保系统能够正常访问互联网。</a:t>
                </a:r>
                <a:endParaRPr lang="en-US" sz="1100"/>
              </a:p>
            </p:txBody>
          </p:sp>
          <p:sp>
            <p:nvSpPr>
              <p:cNvPr id="12" name="TextBox 12"/>
              <p:cNvSpPr txBox="1"/>
              <p:nvPr/>
            </p:nvSpPr>
            <p:spPr>
              <a:xfrm>
                <a:off x="3161689" y="1959941"/>
                <a:ext cx="3185294" cy="1311651"/>
              </a:xfrm>
              <a:prstGeom prst="roundRect">
                <a:avLst/>
              </a:prstGeom>
              <a:solidFill>
                <a:srgbClr val="0F3EE2">
                  <a:alpha val="100000"/>
                </a:srgbClr>
              </a:solidFill>
              <a:ln>
                <a:prstDash val="solid"/>
                <a:headEnd type="none"/>
                <a:tailEnd type="none"/>
              </a:ln>
            </p:spPr>
            <p:txBody>
              <a:bodyPr vert="horz" wrap="square" lIns="91440" tIns="45720" rIns="91440" bIns="45720" rtlCol="0" anchor="ctr" anchorCtr="0"/>
              <a:lstStyle/>
              <a:p>
                <a:pPr algn="ctr">
                  <a:defRPr/>
                </a:pPr>
                <a:r>
                  <a:rPr lang="en-US" sz="4000" b="1" i="0">
                    <a:ln/>
                    <a:solidFill>
                      <a:srgbClr val="FFFFFF">
                        <a:alpha val="100000"/>
                      </a:srgbClr>
                    </a:solidFill>
                    <a:latin typeface="Arial"/>
                    <a:ea typeface="Arial"/>
                    <a:cs typeface="Arial"/>
                  </a:rPr>
                  <a:t>02</a:t>
                </a:r>
                <a:endParaRPr lang="en-US" sz="1100"/>
              </a:p>
            </p:txBody>
          </p:sp>
        </p:grpSp>
        <p:grpSp>
          <p:nvGrpSpPr>
            <p:cNvPr id="13" name="Group 13"/>
            <p:cNvGrpSpPr/>
            <p:nvPr/>
          </p:nvGrpSpPr>
          <p:grpSpPr>
            <a:xfrm>
              <a:off x="8209645" y="1959941"/>
              <a:ext cx="3214927" cy="4174159"/>
              <a:chOff x="5872847" y="1959941"/>
              <a:chExt cx="3214927" cy="4174159"/>
            </a:xfrm>
          </p:grpSpPr>
          <p:sp>
            <p:nvSpPr>
              <p:cNvPr id="14" name="TextBox 14"/>
              <p:cNvSpPr txBox="1"/>
              <p:nvPr/>
            </p:nvSpPr>
            <p:spPr>
              <a:xfrm>
                <a:off x="5872847" y="3759201"/>
                <a:ext cx="3185294" cy="713292"/>
              </a:xfrm>
              <a:prstGeom prst="rect">
                <a:avLst/>
              </a:prstGeom>
              <a:ln>
                <a:prstDash val="solid"/>
                <a:headEnd type="none"/>
                <a:tailEnd type="none"/>
              </a:ln>
            </p:spPr>
            <p:txBody>
              <a:bodyPr vert="horz" wrap="square" lIns="91440" tIns="45720" rIns="91440" bIns="45720" rtlCol="0" anchor="b" anchorCtr="0"/>
              <a:lstStyle/>
              <a:p>
                <a:pPr algn="l">
                  <a:defRPr/>
                </a:pPr>
                <a:r>
                  <a:rPr lang="en-US" sz="1800" b="1" i="0">
                    <a:ln/>
                    <a:solidFill>
                      <a:srgbClr val="2F2F2F">
                        <a:alpha val="100000"/>
                      </a:srgbClr>
                    </a:solidFill>
                    <a:latin typeface="微软雅黑"/>
                    <a:ea typeface="微软雅黑"/>
                    <a:cs typeface="微软雅黑"/>
                  </a:rPr>
                  <a:t>验证工具可用性</a:t>
                </a:r>
                <a:endParaRPr lang="en-US" sz="1100"/>
              </a:p>
            </p:txBody>
          </p:sp>
          <p:sp>
            <p:nvSpPr>
              <p:cNvPr id="15" name="TextBox 15"/>
              <p:cNvSpPr txBox="1"/>
              <p:nvPr/>
            </p:nvSpPr>
            <p:spPr>
              <a:xfrm>
                <a:off x="5872847" y="4472492"/>
                <a:ext cx="3185294" cy="1661608"/>
              </a:xfrm>
              <a:prstGeom prst="rect">
                <a:avLst/>
              </a:prstGeom>
              <a:ln>
                <a:prstDash val="solid"/>
                <a:headEnd type="none"/>
                <a:tailEnd type="none"/>
              </a:ln>
            </p:spPr>
            <p:txBody>
              <a:bodyPr vert="horz" wrap="square" lIns="91440" tIns="45720" rIns="91440" bIns="45720" rtlCol="0" anchor="t" anchorCtr="0"/>
              <a:lstStyle/>
              <a:p>
                <a:pPr algn="l">
                  <a:lnSpc>
                    <a:spcPct val="130000"/>
                  </a:lnSpc>
                  <a:defRPr/>
                </a:pPr>
                <a:r>
                  <a:rPr lang="en-US" sz="1200" b="0" i="0">
                    <a:ln/>
                    <a:solidFill>
                      <a:srgbClr val="2F2F2F">
                        <a:alpha val="100000"/>
                      </a:srgbClr>
                    </a:solidFill>
                    <a:latin typeface="微软雅黑"/>
                    <a:ea typeface="微软雅黑"/>
                    <a:cs typeface="微软雅黑"/>
                  </a:rPr>
                  <a:t>随机打开几个预装的渗透测试工具（如nmap、wireshark），检查其是否能正常启动和运行。</a:t>
                </a:r>
                <a:endParaRPr lang="en-US" sz="1100"/>
              </a:p>
            </p:txBody>
          </p:sp>
          <p:sp>
            <p:nvSpPr>
              <p:cNvPr id="16" name="TextBox 16"/>
              <p:cNvSpPr txBox="1"/>
              <p:nvPr/>
            </p:nvSpPr>
            <p:spPr>
              <a:xfrm>
                <a:off x="5902480" y="1959941"/>
                <a:ext cx="3185294" cy="1311651"/>
              </a:xfrm>
              <a:prstGeom prst="roundRect">
                <a:avLst/>
              </a:prstGeom>
              <a:solidFill>
                <a:srgbClr val="0F3EE2">
                  <a:alpha val="100000"/>
                </a:srgbClr>
              </a:solidFill>
              <a:ln>
                <a:prstDash val="solid"/>
                <a:headEnd type="none"/>
                <a:tailEnd type="none"/>
              </a:ln>
            </p:spPr>
            <p:txBody>
              <a:bodyPr vert="horz" wrap="square" lIns="91440" tIns="45720" rIns="91440" bIns="45720" rtlCol="0" anchor="ctr" anchorCtr="0"/>
              <a:lstStyle/>
              <a:p>
                <a:pPr algn="ctr">
                  <a:defRPr/>
                </a:pPr>
                <a:r>
                  <a:rPr lang="en-US" sz="4000" b="1" i="0">
                    <a:ln/>
                    <a:solidFill>
                      <a:srgbClr val="FFFFFF">
                        <a:alpha val="100000"/>
                      </a:srgbClr>
                    </a:solidFill>
                    <a:latin typeface="Arial"/>
                    <a:ea typeface="Arial"/>
                    <a:cs typeface="Arial"/>
                  </a:rPr>
                  <a:t>03</a:t>
                </a:r>
                <a:endParaRPr lang="en-US" sz="1100"/>
              </a:p>
            </p:txBody>
          </p:sp>
        </p:grpSp>
      </p:grpSp>
      <p:sp>
        <p:nvSpPr>
          <p:cNvPr id="17" name="TextBox 17"/>
          <p:cNvSpPr txBox="1"/>
          <p:nvPr/>
        </p:nvSpPr>
        <p:spPr>
          <a:xfrm>
            <a:off x="660400" y="128587"/>
            <a:ext cx="10858500" cy="900112"/>
          </a:xfrm>
          <a:prstGeom prst="rect">
            <a:avLst/>
          </a:prstGeom>
          <a:ln>
            <a:headEnd type="none"/>
            <a:tailEnd type="none"/>
          </a:ln>
        </p:spPr>
        <p:txBody>
          <a:bodyPr vert="horz" wrap="square" lIns="91440" tIns="45720" rIns="91440" bIns="45720" rtlCol="0" anchor="b" anchorCtr="0"/>
          <a:lstStyle/>
          <a:p>
            <a:pPr algn="l">
              <a:lnSpc>
                <a:spcPct val="100000"/>
              </a:lnSpc>
              <a:spcBef>
                <a:spcPts val="0"/>
              </a:spcBef>
              <a:defRPr/>
            </a:pPr>
            <a:r>
              <a:rPr lang="en-US" sz="2800" b="1" i="0">
                <a:ln/>
                <a:solidFill>
                  <a:srgbClr val="2F2F2F">
                    <a:alpha val="100000"/>
                  </a:srgbClr>
                </a:solidFill>
                <a:latin typeface="微软雅黑"/>
                <a:ea typeface="微软雅黑"/>
                <a:cs typeface="微软雅黑"/>
              </a:rPr>
              <a:t>安装结果验证</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95e24fb0-7d86-41bd-a49e-608144f3581d"/>
          <p:cNvGrpSpPr/>
          <p:nvPr/>
        </p:nvGrpSpPr>
        <p:grpSpPr>
          <a:xfrm>
            <a:off x="0" y="1130300"/>
            <a:ext cx="12192000" cy="5727700"/>
            <a:chOff x="0" y="1130300"/>
            <a:chExt cx="12192000" cy="5727700"/>
          </a:xfrm>
        </p:grpSpPr>
        <p:sp>
          <p:nvSpPr>
            <p:cNvPr id="3" name="AutoShape 3"/>
            <p:cNvSpPr/>
            <p:nvPr/>
          </p:nvSpPr>
          <p:spPr>
            <a:xfrm>
              <a:off x="0" y="1130300"/>
              <a:ext cx="12192000" cy="5727700"/>
            </a:xfrm>
            <a:prstGeom prst="rect">
              <a:avLst/>
            </a:prstGeom>
            <a:solidFill>
              <a:srgbClr val="0F0F0F">
                <a:alpha val="100000"/>
              </a:srgbClr>
            </a:solidFill>
            <a:ln w="12700">
              <a:solidFill>
                <a:srgbClr val="6C1700">
                  <a:alpha val="100000"/>
                  <a:shade val="15000"/>
                </a:srgbClr>
              </a:solidFill>
              <a:prstDash val="solid"/>
              <a:headEnd type="none"/>
              <a:tailEnd type="none"/>
            </a:ln>
          </p:spPr>
        </p:sp>
        <p:sp>
          <p:nvSpPr>
            <p:cNvPr id="4" name="AutoShape 4"/>
            <p:cNvSpPr/>
            <p:nvPr/>
          </p:nvSpPr>
          <p:spPr>
            <a:xfrm>
              <a:off x="0" y="2075543"/>
              <a:ext cx="12192000" cy="0"/>
            </a:xfrm>
            <a:prstGeom prst="line">
              <a:avLst/>
            </a:prstGeom>
            <a:ln w="6350">
              <a:solidFill>
                <a:srgbClr val="FFFFFF">
                  <a:alpha val="70196"/>
                </a:srgbClr>
              </a:solidFill>
              <a:prstDash val="solid"/>
              <a:headEnd type="none"/>
              <a:tailEnd type="none"/>
            </a:ln>
          </p:spPr>
        </p:sp>
        <p:sp>
          <p:nvSpPr>
            <p:cNvPr id="5" name="TextBox 5"/>
            <p:cNvSpPr txBox="1"/>
            <p:nvPr/>
          </p:nvSpPr>
          <p:spPr>
            <a:xfrm>
              <a:off x="660400" y="1130300"/>
              <a:ext cx="10858500" cy="654956"/>
            </a:xfrm>
            <a:prstGeom prst="rect">
              <a:avLst/>
            </a:prstGeom>
            <a:ln>
              <a:prstDash val="solid"/>
              <a:headEnd type="none"/>
              <a:tailEnd type="none"/>
            </a:ln>
          </p:spPr>
          <p:txBody>
            <a:bodyPr vert="horz" wrap="square" lIns="91440" tIns="45720" rIns="91440" bIns="45720" rtlCol="0" anchor="ctr" anchorCtr="0"/>
            <a:lstStyle/>
            <a:p>
              <a:pPr algn="ctr">
                <a:defRPr/>
              </a:pPr>
              <a:r>
                <a:rPr lang="en-US" sz="2400" b="1" i="0">
                  <a:ln/>
                  <a:solidFill>
                    <a:srgbClr val="FFFFFF">
                      <a:alpha val="100000"/>
                    </a:srgbClr>
                  </a:solidFill>
                  <a:latin typeface="微软雅黑"/>
                  <a:ea typeface="微软雅黑"/>
                  <a:cs typeface="微软雅黑"/>
                </a:rPr>
                <a:t>为新安装的系统加固安全防线</a:t>
              </a:r>
              <a:endParaRPr lang="en-US" sz="1100"/>
            </a:p>
          </p:txBody>
        </p:sp>
        <p:grpSp>
          <p:nvGrpSpPr>
            <p:cNvPr id="6" name="Group 6"/>
            <p:cNvGrpSpPr/>
            <p:nvPr/>
          </p:nvGrpSpPr>
          <p:grpSpPr>
            <a:xfrm>
              <a:off x="643645" y="1956707"/>
              <a:ext cx="3443838" cy="4177393"/>
              <a:chOff x="643645" y="1956707"/>
              <a:chExt cx="3443838" cy="4177393"/>
            </a:xfrm>
          </p:grpSpPr>
          <p:sp>
            <p:nvSpPr>
              <p:cNvPr id="7" name="AutoShape 7"/>
              <p:cNvSpPr/>
              <p:nvPr/>
            </p:nvSpPr>
            <p:spPr>
              <a:xfrm>
                <a:off x="660399" y="2509024"/>
                <a:ext cx="3427084" cy="3625076"/>
              </a:xfrm>
              <a:prstGeom prst="roundRect">
                <a:avLst>
                  <a:gd name="adj" fmla="val 2425"/>
                </a:avLst>
              </a:prstGeom>
              <a:solidFill>
                <a:srgbClr val="778495">
                  <a:alpha val="10196"/>
                </a:srgbClr>
              </a:solidFill>
              <a:ln w="6350">
                <a:solidFill>
                  <a:srgbClr val="FFFFFF">
                    <a:alpha val="50196"/>
                  </a:srgbClr>
                </a:solidFill>
                <a:prstDash val="solid"/>
                <a:headEnd type="none"/>
                <a:tailEnd type="none"/>
              </a:ln>
            </p:spPr>
          </p:sp>
          <p:sp>
            <p:nvSpPr>
              <p:cNvPr id="8" name="TextBox 8"/>
              <p:cNvSpPr txBox="1"/>
              <p:nvPr/>
            </p:nvSpPr>
            <p:spPr>
              <a:xfrm>
                <a:off x="764794" y="4400826"/>
                <a:ext cx="3218294" cy="1617402"/>
              </a:xfrm>
              <a:prstGeom prst="rect">
                <a:avLst/>
              </a:prstGeom>
              <a:ln>
                <a:headEnd type="none"/>
                <a:tailEnd type="none"/>
              </a:ln>
            </p:spPr>
            <p:txBody>
              <a:bodyPr vert="horz" wrap="square" lIns="91440" tIns="45720" rIns="91440" bIns="45720" rtlCol="0" anchor="t" anchorCtr="0"/>
              <a:lstStyle/>
              <a:p>
                <a:pPr algn="l">
                  <a:lnSpc>
                    <a:spcPct val="120000"/>
                  </a:lnSpc>
                  <a:defRPr/>
                </a:pPr>
                <a:r>
                  <a:rPr lang="en-US" sz="1200" b="0" i="0">
                    <a:ln/>
                    <a:solidFill>
                      <a:srgbClr val="FFFFFF">
                        <a:alpha val="100000"/>
                      </a:srgbClr>
                    </a:solidFill>
                    <a:latin typeface="微软雅黑"/>
                    <a:ea typeface="微软雅黑"/>
                    <a:cs typeface="微软雅黑"/>
                  </a:rPr>
                  <a:t>执行`apt update &amp;&amp; apt upgrade -y`命令，确保系统所有软件包都是最新版本，修复已知漏洞。</a:t>
                </a:r>
                <a:endParaRPr lang="en-US" sz="1100"/>
              </a:p>
            </p:txBody>
          </p:sp>
          <p:sp>
            <p:nvSpPr>
              <p:cNvPr id="9" name="TextBox 9"/>
              <p:cNvSpPr txBox="1"/>
              <p:nvPr/>
            </p:nvSpPr>
            <p:spPr>
              <a:xfrm>
                <a:off x="764794" y="3600451"/>
                <a:ext cx="3218294" cy="800374"/>
              </a:xfrm>
              <a:prstGeom prst="rect">
                <a:avLst/>
              </a:prstGeom>
              <a:ln>
                <a:headEnd type="none"/>
                <a:tailEnd type="none"/>
              </a:ln>
            </p:spPr>
            <p:txBody>
              <a:bodyPr vert="horz" wrap="square" lIns="91440" tIns="45720" rIns="91440" bIns="45720" rtlCol="0" anchor="b" anchorCtr="0"/>
              <a:lstStyle/>
              <a:p>
                <a:pPr algn="l">
                  <a:defRPr/>
                </a:pPr>
                <a:r>
                  <a:rPr lang="en-US" sz="1800" b="1" i="0" strike="noStrike">
                    <a:ln/>
                    <a:solidFill>
                      <a:srgbClr val="FFFFFF">
                        <a:alpha val="100000"/>
                      </a:srgbClr>
                    </a:solidFill>
                    <a:latin typeface="微软雅黑"/>
                    <a:ea typeface="微软雅黑"/>
                    <a:cs typeface="微软雅黑"/>
                  </a:rPr>
                  <a:t>更新系统</a:t>
                </a:r>
                <a:endParaRPr lang="en-US" sz="1100"/>
              </a:p>
            </p:txBody>
          </p:sp>
          <p:sp>
            <p:nvSpPr>
              <p:cNvPr id="10" name="TextBox 10"/>
              <p:cNvSpPr txBox="1"/>
              <p:nvPr/>
            </p:nvSpPr>
            <p:spPr>
              <a:xfrm>
                <a:off x="764794" y="2771732"/>
                <a:ext cx="2371536" cy="657268"/>
              </a:xfrm>
              <a:prstGeom prst="rect">
                <a:avLst/>
              </a:prstGeom>
              <a:ln>
                <a:prstDash val="solid"/>
                <a:headEnd type="none"/>
                <a:tailEnd type="none"/>
              </a:ln>
            </p:spPr>
            <p:txBody>
              <a:bodyPr vert="horz" wrap="none" lIns="91440" tIns="45720" rIns="91440" bIns="45720" rtlCol="0" anchor="b" anchorCtr="0"/>
              <a:lstStyle/>
              <a:p>
                <a:pPr algn="l">
                  <a:defRPr/>
                </a:pPr>
                <a:r>
                  <a:rPr lang="en-US" sz="4000" b="1" i="0">
                    <a:ln/>
                    <a:solidFill>
                      <a:srgbClr val="FFFFFF">
                        <a:alpha val="100000"/>
                      </a:srgbClr>
                    </a:solidFill>
                    <a:latin typeface="Arial"/>
                    <a:ea typeface="Arial"/>
                    <a:cs typeface="Arial"/>
                  </a:rPr>
                  <a:t>01</a:t>
                </a:r>
                <a:endParaRPr lang="en-US" sz="1100"/>
              </a:p>
            </p:txBody>
          </p:sp>
          <p:sp>
            <p:nvSpPr>
              <p:cNvPr id="11" name="AutoShape 11"/>
              <p:cNvSpPr/>
              <p:nvPr/>
            </p:nvSpPr>
            <p:spPr>
              <a:xfrm>
                <a:off x="643645" y="1956707"/>
                <a:ext cx="242297" cy="242297"/>
              </a:xfrm>
              <a:prstGeom prst="ellipse">
                <a:avLst/>
              </a:prstGeom>
              <a:solidFill>
                <a:srgbClr val="181818">
                  <a:alpha val="100000"/>
                </a:srgbClr>
              </a:solidFill>
              <a:ln w="12700">
                <a:solidFill>
                  <a:srgbClr val="FFFFFF">
                    <a:alpha val="40000"/>
                  </a:srgbClr>
                </a:solidFill>
                <a:prstDash val="solid"/>
                <a:headEnd type="none"/>
                <a:tailEnd type="none"/>
              </a:ln>
            </p:spPr>
          </p:sp>
        </p:grpSp>
        <p:grpSp>
          <p:nvGrpSpPr>
            <p:cNvPr id="12" name="Group 12"/>
            <p:cNvGrpSpPr/>
            <p:nvPr/>
          </p:nvGrpSpPr>
          <p:grpSpPr>
            <a:xfrm>
              <a:off x="4359354" y="1956707"/>
              <a:ext cx="3443838" cy="4177393"/>
              <a:chOff x="4359354" y="1956707"/>
              <a:chExt cx="3443838" cy="4177393"/>
            </a:xfrm>
          </p:grpSpPr>
          <p:sp>
            <p:nvSpPr>
              <p:cNvPr id="13" name="AutoShape 13"/>
              <p:cNvSpPr/>
              <p:nvPr/>
            </p:nvSpPr>
            <p:spPr>
              <a:xfrm>
                <a:off x="4376108" y="2509024"/>
                <a:ext cx="3427084" cy="3625076"/>
              </a:xfrm>
              <a:prstGeom prst="roundRect">
                <a:avLst>
                  <a:gd name="adj" fmla="val 2656"/>
                </a:avLst>
              </a:prstGeom>
              <a:solidFill>
                <a:srgbClr val="0F3EE2">
                  <a:alpha val="14901"/>
                </a:srgbClr>
              </a:solidFill>
              <a:ln w="6350">
                <a:solidFill>
                  <a:srgbClr val="0F3EE2">
                    <a:alpha val="100000"/>
                  </a:srgbClr>
                </a:solidFill>
                <a:prstDash val="solid"/>
                <a:headEnd type="none"/>
                <a:tailEnd type="none"/>
              </a:ln>
            </p:spPr>
          </p:sp>
          <p:sp>
            <p:nvSpPr>
              <p:cNvPr id="14" name="TextBox 14"/>
              <p:cNvSpPr txBox="1"/>
              <p:nvPr/>
            </p:nvSpPr>
            <p:spPr>
              <a:xfrm>
                <a:off x="4480503" y="4400826"/>
                <a:ext cx="3218294" cy="1617402"/>
              </a:xfrm>
              <a:prstGeom prst="rect">
                <a:avLst/>
              </a:prstGeom>
              <a:ln>
                <a:headEnd type="none"/>
                <a:tailEnd type="none"/>
              </a:ln>
            </p:spPr>
            <p:txBody>
              <a:bodyPr vert="horz" wrap="square" lIns="91440" tIns="45720" rIns="91440" bIns="45720" rtlCol="0" anchor="t" anchorCtr="0"/>
              <a:lstStyle/>
              <a:p>
                <a:pPr algn="l">
                  <a:lnSpc>
                    <a:spcPct val="120000"/>
                  </a:lnSpc>
                  <a:defRPr/>
                </a:pPr>
                <a:r>
                  <a:rPr lang="en-US" sz="1200" b="0" i="0">
                    <a:ln/>
                    <a:solidFill>
                      <a:srgbClr val="FFFFFF">
                        <a:alpha val="100000"/>
                      </a:srgbClr>
                    </a:solidFill>
                    <a:latin typeface="微软雅黑"/>
                    <a:ea typeface="微软雅黑"/>
                    <a:cs typeface="微软雅黑"/>
                  </a:rPr>
                  <a:t>根据实际需求，使用`ufw`或`iptables`等工具配置防火墙规则，仅开放必要的端口和服务。</a:t>
                </a:r>
                <a:endParaRPr lang="en-US" sz="1100"/>
              </a:p>
            </p:txBody>
          </p:sp>
          <p:sp>
            <p:nvSpPr>
              <p:cNvPr id="15" name="TextBox 15"/>
              <p:cNvSpPr txBox="1"/>
              <p:nvPr/>
            </p:nvSpPr>
            <p:spPr>
              <a:xfrm>
                <a:off x="4480503" y="3600451"/>
                <a:ext cx="3218294" cy="800374"/>
              </a:xfrm>
              <a:prstGeom prst="rect">
                <a:avLst/>
              </a:prstGeom>
              <a:ln>
                <a:headEnd type="none"/>
                <a:tailEnd type="none"/>
              </a:ln>
            </p:spPr>
            <p:txBody>
              <a:bodyPr vert="horz" wrap="square" lIns="91440" tIns="45720" rIns="91440" bIns="45720" rtlCol="0" anchor="b" anchorCtr="0"/>
              <a:lstStyle/>
              <a:p>
                <a:pPr algn="l">
                  <a:defRPr/>
                </a:pPr>
                <a:r>
                  <a:rPr lang="en-US" sz="1800" b="1" i="0" strike="noStrike">
                    <a:ln/>
                    <a:solidFill>
                      <a:srgbClr val="FFFFFF">
                        <a:alpha val="100000"/>
                      </a:srgbClr>
                    </a:solidFill>
                    <a:latin typeface="微软雅黑"/>
                    <a:ea typeface="微软雅黑"/>
                    <a:cs typeface="微软雅黑"/>
                  </a:rPr>
                  <a:t>配置防火墙</a:t>
                </a:r>
                <a:endParaRPr lang="en-US" sz="1100"/>
              </a:p>
            </p:txBody>
          </p:sp>
          <p:sp>
            <p:nvSpPr>
              <p:cNvPr id="16" name="TextBox 16"/>
              <p:cNvSpPr txBox="1"/>
              <p:nvPr/>
            </p:nvSpPr>
            <p:spPr>
              <a:xfrm>
                <a:off x="4480503" y="2771732"/>
                <a:ext cx="2371536" cy="657268"/>
              </a:xfrm>
              <a:prstGeom prst="rect">
                <a:avLst/>
              </a:prstGeom>
              <a:ln>
                <a:prstDash val="solid"/>
                <a:headEnd type="none"/>
                <a:tailEnd type="none"/>
              </a:ln>
            </p:spPr>
            <p:txBody>
              <a:bodyPr vert="horz" wrap="none" lIns="91440" tIns="45720" rIns="91440" bIns="45720" rtlCol="0" anchor="b" anchorCtr="0"/>
              <a:lstStyle/>
              <a:p>
                <a:pPr algn="l">
                  <a:defRPr/>
                </a:pPr>
                <a:r>
                  <a:rPr lang="en-US" sz="4000" b="1" i="0">
                    <a:ln/>
                    <a:solidFill>
                      <a:srgbClr val="FFFFFF">
                        <a:alpha val="100000"/>
                      </a:srgbClr>
                    </a:solidFill>
                    <a:latin typeface="Arial"/>
                    <a:ea typeface="Arial"/>
                    <a:cs typeface="Arial"/>
                  </a:rPr>
                  <a:t>02</a:t>
                </a:r>
                <a:endParaRPr lang="en-US" sz="1100"/>
              </a:p>
            </p:txBody>
          </p:sp>
          <p:sp>
            <p:nvSpPr>
              <p:cNvPr id="17" name="AutoShape 17"/>
              <p:cNvSpPr/>
              <p:nvPr/>
            </p:nvSpPr>
            <p:spPr>
              <a:xfrm>
                <a:off x="4359354" y="1956707"/>
                <a:ext cx="242297" cy="242297"/>
              </a:xfrm>
              <a:prstGeom prst="ellipse">
                <a:avLst/>
              </a:prstGeom>
              <a:solidFill>
                <a:srgbClr val="260A00">
                  <a:alpha val="100000"/>
                </a:srgbClr>
              </a:solidFill>
              <a:ln w="12700">
                <a:solidFill>
                  <a:srgbClr val="0F3EE2">
                    <a:alpha val="80000"/>
                  </a:srgbClr>
                </a:solidFill>
                <a:prstDash val="solid"/>
                <a:headEnd type="none"/>
                <a:tailEnd type="none"/>
              </a:ln>
            </p:spPr>
          </p:sp>
        </p:grpSp>
        <p:grpSp>
          <p:nvGrpSpPr>
            <p:cNvPr id="18" name="Group 18"/>
            <p:cNvGrpSpPr/>
            <p:nvPr/>
          </p:nvGrpSpPr>
          <p:grpSpPr>
            <a:xfrm>
              <a:off x="8091816" y="1956707"/>
              <a:ext cx="3427084" cy="4177393"/>
              <a:chOff x="8091816" y="1956707"/>
              <a:chExt cx="3427084" cy="4177393"/>
            </a:xfrm>
          </p:grpSpPr>
          <p:sp>
            <p:nvSpPr>
              <p:cNvPr id="19" name="AutoShape 19"/>
              <p:cNvSpPr/>
              <p:nvPr/>
            </p:nvSpPr>
            <p:spPr>
              <a:xfrm>
                <a:off x="8091816" y="2509024"/>
                <a:ext cx="3427084" cy="3625076"/>
              </a:xfrm>
              <a:prstGeom prst="roundRect">
                <a:avLst>
                  <a:gd name="adj" fmla="val 2879"/>
                </a:avLst>
              </a:prstGeom>
              <a:solidFill>
                <a:srgbClr val="778495">
                  <a:alpha val="10196"/>
                </a:srgbClr>
              </a:solidFill>
              <a:ln w="6350">
                <a:solidFill>
                  <a:srgbClr val="FFFFFF">
                    <a:alpha val="50196"/>
                  </a:srgbClr>
                </a:solidFill>
                <a:prstDash val="solid"/>
                <a:headEnd type="none"/>
                <a:tailEnd type="none"/>
              </a:ln>
            </p:spPr>
          </p:sp>
          <p:sp>
            <p:nvSpPr>
              <p:cNvPr id="20" name="TextBox 20"/>
              <p:cNvSpPr txBox="1"/>
              <p:nvPr/>
            </p:nvSpPr>
            <p:spPr>
              <a:xfrm>
                <a:off x="8196211" y="4400826"/>
                <a:ext cx="3218294" cy="1617402"/>
              </a:xfrm>
              <a:prstGeom prst="rect">
                <a:avLst/>
              </a:prstGeom>
              <a:ln>
                <a:headEnd type="none"/>
                <a:tailEnd type="none"/>
              </a:ln>
            </p:spPr>
            <p:txBody>
              <a:bodyPr vert="horz" wrap="square" lIns="91440" tIns="45720" rIns="91440" bIns="45720" rtlCol="0" anchor="t" anchorCtr="0"/>
              <a:lstStyle/>
              <a:p>
                <a:pPr algn="l">
                  <a:lnSpc>
                    <a:spcPct val="120000"/>
                  </a:lnSpc>
                  <a:defRPr/>
                </a:pPr>
                <a:r>
                  <a:rPr lang="en-US" sz="1200" b="0" i="0">
                    <a:ln/>
                    <a:solidFill>
                      <a:srgbClr val="FFFFFF">
                        <a:alpha val="100000"/>
                      </a:srgbClr>
                    </a:solidFill>
                    <a:latin typeface="微软雅黑"/>
                    <a:ea typeface="微软雅黑"/>
                    <a:cs typeface="微软雅黑"/>
                  </a:rPr>
                  <a:t>遵循最小权限原则，为日常操作创建普通用户账户，仅在需要时通过`sudo`或切换至root用户执行特权命令。</a:t>
                </a:r>
                <a:endParaRPr lang="en-US" sz="1100"/>
              </a:p>
            </p:txBody>
          </p:sp>
          <p:sp>
            <p:nvSpPr>
              <p:cNvPr id="21" name="TextBox 21"/>
              <p:cNvSpPr txBox="1"/>
              <p:nvPr/>
            </p:nvSpPr>
            <p:spPr>
              <a:xfrm>
                <a:off x="8196211" y="3600451"/>
                <a:ext cx="3218294" cy="800374"/>
              </a:xfrm>
              <a:prstGeom prst="rect">
                <a:avLst/>
              </a:prstGeom>
              <a:ln>
                <a:headEnd type="none"/>
                <a:tailEnd type="none"/>
              </a:ln>
            </p:spPr>
            <p:txBody>
              <a:bodyPr vert="horz" wrap="square" lIns="91440" tIns="45720" rIns="91440" bIns="45720" rtlCol="0" anchor="b" anchorCtr="0"/>
              <a:lstStyle/>
              <a:p>
                <a:pPr algn="l">
                  <a:defRPr/>
                </a:pPr>
                <a:r>
                  <a:rPr lang="en-US" sz="1800" b="1" i="0" strike="noStrike">
                    <a:ln/>
                    <a:solidFill>
                      <a:srgbClr val="FFFFFF">
                        <a:alpha val="100000"/>
                      </a:srgbClr>
                    </a:solidFill>
                    <a:latin typeface="微软雅黑"/>
                    <a:ea typeface="微软雅黑"/>
                    <a:cs typeface="微软雅黑"/>
                  </a:rPr>
                  <a:t>管理用户权限</a:t>
                </a:r>
                <a:endParaRPr lang="en-US" sz="1100"/>
              </a:p>
            </p:txBody>
          </p:sp>
          <p:sp>
            <p:nvSpPr>
              <p:cNvPr id="22" name="TextBox 22"/>
              <p:cNvSpPr txBox="1"/>
              <p:nvPr/>
            </p:nvSpPr>
            <p:spPr>
              <a:xfrm>
                <a:off x="8196211" y="2771732"/>
                <a:ext cx="2371536" cy="657268"/>
              </a:xfrm>
              <a:prstGeom prst="rect">
                <a:avLst/>
              </a:prstGeom>
              <a:ln>
                <a:prstDash val="solid"/>
                <a:headEnd type="none"/>
                <a:tailEnd type="none"/>
              </a:ln>
            </p:spPr>
            <p:txBody>
              <a:bodyPr vert="horz" wrap="none" lIns="91440" tIns="45720" rIns="91440" bIns="45720" rtlCol="0" anchor="b" anchorCtr="0"/>
              <a:lstStyle/>
              <a:p>
                <a:pPr algn="l">
                  <a:defRPr/>
                </a:pPr>
                <a:r>
                  <a:rPr lang="en-US" sz="4000" b="1" i="0">
                    <a:ln/>
                    <a:solidFill>
                      <a:srgbClr val="FFFFFF">
                        <a:alpha val="100000"/>
                      </a:srgbClr>
                    </a:solidFill>
                    <a:latin typeface="Arial"/>
                    <a:ea typeface="Arial"/>
                    <a:cs typeface="Arial"/>
                  </a:rPr>
                  <a:t>03</a:t>
                </a:r>
                <a:endParaRPr lang="en-US" sz="1100"/>
              </a:p>
            </p:txBody>
          </p:sp>
          <p:sp>
            <p:nvSpPr>
              <p:cNvPr id="23" name="AutoShape 23"/>
              <p:cNvSpPr/>
              <p:nvPr/>
            </p:nvSpPr>
            <p:spPr>
              <a:xfrm>
                <a:off x="8091816" y="1956707"/>
                <a:ext cx="242297" cy="242297"/>
              </a:xfrm>
              <a:prstGeom prst="ellipse">
                <a:avLst/>
              </a:prstGeom>
              <a:solidFill>
                <a:srgbClr val="181818">
                  <a:alpha val="100000"/>
                </a:srgbClr>
              </a:solidFill>
              <a:ln w="12700">
                <a:solidFill>
                  <a:srgbClr val="FFFFFF">
                    <a:alpha val="40000"/>
                  </a:srgbClr>
                </a:solidFill>
                <a:prstDash val="solid"/>
                <a:headEnd type="none"/>
                <a:tailEnd type="none"/>
              </a:ln>
            </p:spPr>
          </p:sp>
        </p:grpSp>
      </p:grpSp>
      <p:sp>
        <p:nvSpPr>
          <p:cNvPr id="24" name="TextBox 24"/>
          <p:cNvSpPr txBox="1"/>
          <p:nvPr/>
        </p:nvSpPr>
        <p:spPr>
          <a:xfrm>
            <a:off x="660400" y="128587"/>
            <a:ext cx="10858500" cy="900112"/>
          </a:xfrm>
          <a:prstGeom prst="rect">
            <a:avLst/>
          </a:prstGeom>
          <a:ln>
            <a:headEnd type="none"/>
            <a:tailEnd type="none"/>
          </a:ln>
        </p:spPr>
        <p:txBody>
          <a:bodyPr vert="horz" wrap="square" lIns="91440" tIns="45720" rIns="91440" bIns="45720" rtlCol="0" anchor="b" anchorCtr="0"/>
          <a:lstStyle/>
          <a:p>
            <a:pPr algn="l">
              <a:lnSpc>
                <a:spcPct val="100000"/>
              </a:lnSpc>
              <a:spcBef>
                <a:spcPts val="0"/>
              </a:spcBef>
              <a:defRPr/>
            </a:pPr>
            <a:r>
              <a:rPr lang="en-US" sz="2800" b="1" i="0">
                <a:ln/>
                <a:solidFill>
                  <a:srgbClr val="2F2F2F">
                    <a:alpha val="100000"/>
                  </a:srgbClr>
                </a:solidFill>
                <a:latin typeface="微软雅黑"/>
                <a:ea typeface="微软雅黑"/>
                <a:cs typeface="微软雅黑"/>
              </a:rPr>
              <a:t>基础安全配置</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626099" y="1092200"/>
            <a:ext cx="5892801" cy="2656840"/>
          </a:xfrm>
          <a:prstGeom prst="rect">
            <a:avLst/>
          </a:prstGeom>
          <a:ln>
            <a:headEnd type="none"/>
            <a:tailEnd type="none"/>
          </a:ln>
        </p:spPr>
        <p:txBody>
          <a:bodyPr vert="horz" wrap="square" lIns="91440" tIns="45720" rIns="91440" bIns="45720" rtlCol="0" anchor="b" anchorCtr="0"/>
          <a:lstStyle/>
          <a:p>
            <a:pPr algn="l">
              <a:lnSpc>
                <a:spcPct val="100000"/>
              </a:lnSpc>
              <a:spcBef>
                <a:spcPts val="0"/>
              </a:spcBef>
              <a:defRPr/>
            </a:pPr>
            <a:r>
              <a:rPr lang="en-US" sz="5400" b="1" i="0">
                <a:ln w="19050"/>
                <a:solidFill>
                  <a:srgbClr val="FFFFFF">
                    <a:alpha val="100000"/>
                  </a:srgbClr>
                </a:solidFill>
                <a:latin typeface="微软雅黑"/>
                <a:ea typeface="微软雅黑"/>
                <a:cs typeface="微软雅黑"/>
              </a:rPr>
              <a:t>谢谢观看</a:t>
            </a:r>
            <a:endParaRPr lang="en-US" sz="1100"/>
          </a:p>
        </p:txBody>
      </p:sp>
      <p:sp>
        <p:nvSpPr>
          <p:cNvPr id="3" name="TextBox 3"/>
          <p:cNvSpPr txBox="1"/>
          <p:nvPr/>
        </p:nvSpPr>
        <p:spPr>
          <a:xfrm>
            <a:off x="5626099" y="5580102"/>
            <a:ext cx="5892801" cy="276999"/>
          </a:xfrm>
          <a:prstGeom prst="rect">
            <a:avLst/>
          </a:prstGeom>
          <a:ln>
            <a:headEnd type="none"/>
            <a:tailEnd type="none"/>
          </a:ln>
        </p:spPr>
        <p:txBody>
          <a:bodyPr vert="horz" wrap="square" lIns="90000" tIns="45720" rIns="91440" bIns="45720" rtlCol="0" anchor="t" anchorCtr="0"/>
          <a:lstStyle/>
          <a:p>
            <a:pPr algn="l">
              <a:lnSpc>
                <a:spcPct val="100000"/>
              </a:lnSpc>
              <a:spcBef>
                <a:spcPts val="1000"/>
              </a:spcBef>
              <a:defRPr/>
            </a:pPr>
            <a:r>
              <a:rPr lang="zh-CN" altLang="en-US" sz="1200" dirty="0">
                <a:ln/>
                <a:solidFill>
                  <a:srgbClr val="FFFFFF">
                    <a:alpha val="100000"/>
                  </a:srgbClr>
                </a:solidFill>
                <a:latin typeface="微软雅黑"/>
                <a:ea typeface="微软雅黑"/>
              </a:rPr>
              <a:t>授课地点：武汉大学</a:t>
            </a:r>
            <a:endParaRPr lang="en-US" sz="1100" dirty="0"/>
          </a:p>
        </p:txBody>
      </p:sp>
      <p:sp>
        <p:nvSpPr>
          <p:cNvPr id="4" name="TextBox 4"/>
          <p:cNvSpPr txBox="1"/>
          <p:nvPr/>
        </p:nvSpPr>
        <p:spPr>
          <a:xfrm>
            <a:off x="5626099" y="5857101"/>
            <a:ext cx="5892801" cy="276999"/>
          </a:xfrm>
          <a:prstGeom prst="rect">
            <a:avLst/>
          </a:prstGeom>
          <a:ln>
            <a:headEnd type="none"/>
            <a:tailEnd type="none"/>
          </a:ln>
        </p:spPr>
        <p:txBody>
          <a:bodyPr vert="horz" wrap="none" lIns="91440" tIns="45720" rIns="91440" bIns="45720" rtlCol="0" anchor="t" anchorCtr="0"/>
          <a:lstStyle/>
          <a:p>
            <a:pPr algn="l">
              <a:lnSpc>
                <a:spcPct val="100000"/>
              </a:lnSpc>
              <a:spcBef>
                <a:spcPts val="1000"/>
              </a:spcBef>
              <a:defRPr/>
            </a:pPr>
            <a:r>
              <a:rPr lang="en-US" dirty="0">
                <a:latin typeface="微软雅黑"/>
                <a:ea typeface="微软雅黑"/>
                <a:cs typeface="微软雅黑"/>
              </a:rPr>
              <a:t>2026</a:t>
            </a:r>
            <a:r>
              <a:rPr lang="zh-CN" altLang="en-US" dirty="0">
                <a:latin typeface="微软雅黑"/>
                <a:ea typeface="微软雅黑"/>
                <a:cs typeface="微软雅黑"/>
              </a:rPr>
              <a:t>年</a:t>
            </a:r>
            <a:r>
              <a:rPr lang="en-US" altLang="zh-CN" dirty="0">
                <a:latin typeface="微软雅黑"/>
                <a:ea typeface="微软雅黑"/>
                <a:cs typeface="微软雅黑"/>
              </a:rPr>
              <a:t>5</a:t>
            </a:r>
            <a:r>
              <a:rPr lang="zh-CN" altLang="en-US" dirty="0">
                <a:latin typeface="微软雅黑"/>
                <a:ea typeface="微软雅黑"/>
                <a:cs typeface="微软雅黑"/>
              </a:rPr>
              <a:t>月</a:t>
            </a:r>
            <a:r>
              <a:rPr lang="en-US" altLang="zh-CN" dirty="0">
                <a:latin typeface="微软雅黑"/>
                <a:ea typeface="微软雅黑"/>
                <a:cs typeface="微软雅黑"/>
              </a:rPr>
              <a:t>18</a:t>
            </a:r>
            <a:r>
              <a:rPr lang="zh-CN" altLang="en-US" dirty="0">
                <a:latin typeface="微软雅黑"/>
                <a:ea typeface="微软雅黑"/>
                <a:cs typeface="微软雅黑"/>
              </a:rPr>
              <a:t>日</a:t>
            </a:r>
            <a:endParaRPr lang="en-US" sz="1100" dirty="0"/>
          </a:p>
        </p:txBody>
      </p:sp>
    </p:spTree>
  </p:cSld>
  <p:clrMapOvr>
    <a:masterClrMapping/>
  </p:clrMapOvr>
</p:sld>
</file>

<file path=ppt/theme/theme1.xml><?xml version="1.0" encoding="utf-8"?>
<a:theme xmlns:a="http://schemas.openxmlformats.org/drawingml/2006/main" name="38e974a5-82c3-4b1c-b999-f21b4bb4d717">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637</Words>
  <Application>Microsoft Office PowerPoint</Application>
  <PresentationFormat>宽屏</PresentationFormat>
  <Paragraphs>155</Paragraphs>
  <Slides>19</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19</vt:i4>
      </vt:variant>
    </vt:vector>
  </HeadingPairs>
  <TitlesOfParts>
    <vt:vector size="23" baseType="lpstr">
      <vt:lpstr>微软雅黑</vt:lpstr>
      <vt:lpstr>Arial</vt:lpstr>
      <vt:lpstr>Calibri</vt:lpstr>
      <vt:lpstr>38e974a5-82c3-4b1c-b999-f21b4bb4d717</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xiuyun lu</cp:lastModifiedBy>
  <cp:revision>2</cp:revision>
  <dcterms:created xsi:type="dcterms:W3CDTF">2006-08-16T00:00:00Z</dcterms:created>
  <dcterms:modified xsi:type="dcterms:W3CDTF">2026-05-14T23:25:58Z</dcterms:modified>
</cp:coreProperties>
</file>